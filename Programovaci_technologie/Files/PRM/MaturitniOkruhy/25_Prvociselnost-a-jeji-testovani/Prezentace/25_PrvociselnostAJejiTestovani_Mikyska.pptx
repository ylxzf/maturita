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4"/>
  </p:sldMasterIdLst>
  <p:sldIdLst>
    <p:sldId id="256" r:id="rId5"/>
    <p:sldId id="257" r:id="rId6"/>
    <p:sldId id="258" r:id="rId7"/>
    <p:sldId id="267" r:id="rId8"/>
    <p:sldId id="266" r:id="rId9"/>
    <p:sldId id="259" r:id="rId10"/>
    <p:sldId id="264" r:id="rId11"/>
    <p:sldId id="262" r:id="rId12"/>
    <p:sldId id="261" r:id="rId13"/>
    <p:sldId id="265" r:id="rId14"/>
    <p:sldId id="263" r:id="rId15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CE2272-DD76-4323-B9AD-BCD04978E071}" v="1" dt="2025-03-11T16:59:33.3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kyska Petr" userId="2f74b38e-d751-4b09-9e4c-44f672c6be6a" providerId="ADAL" clId="{41CE2272-DD76-4323-B9AD-BCD04978E071}"/>
    <pc:docChg chg="undo custSel addSld delSld modSld sldOrd">
      <pc:chgData name="Mikyska Petr" userId="2f74b38e-d751-4b09-9e4c-44f672c6be6a" providerId="ADAL" clId="{41CE2272-DD76-4323-B9AD-BCD04978E071}" dt="2025-03-11T17:05:14.087" v="956" actId="1076"/>
      <pc:docMkLst>
        <pc:docMk/>
      </pc:docMkLst>
      <pc:sldChg chg="modSp mod">
        <pc:chgData name="Mikyska Petr" userId="2f74b38e-d751-4b09-9e4c-44f672c6be6a" providerId="ADAL" clId="{41CE2272-DD76-4323-B9AD-BCD04978E071}" dt="2025-03-11T16:48:43.853" v="256" actId="20577"/>
        <pc:sldMkLst>
          <pc:docMk/>
          <pc:sldMk cId="3571662751" sldId="257"/>
        </pc:sldMkLst>
        <pc:spChg chg="mod">
          <ac:chgData name="Mikyska Petr" userId="2f74b38e-d751-4b09-9e4c-44f672c6be6a" providerId="ADAL" clId="{41CE2272-DD76-4323-B9AD-BCD04978E071}" dt="2025-03-11T16:48:43.853" v="256" actId="20577"/>
          <ac:spMkLst>
            <pc:docMk/>
            <pc:sldMk cId="3571662751" sldId="257"/>
            <ac:spMk id="3" creationId="{9561145D-D36C-B47F-6984-0706FCD86CF4}"/>
          </ac:spMkLst>
        </pc:spChg>
      </pc:sldChg>
      <pc:sldChg chg="modSp mod">
        <pc:chgData name="Mikyska Petr" userId="2f74b38e-d751-4b09-9e4c-44f672c6be6a" providerId="ADAL" clId="{41CE2272-DD76-4323-B9AD-BCD04978E071}" dt="2025-03-11T16:55:08.180" v="439" actId="14100"/>
        <pc:sldMkLst>
          <pc:docMk/>
          <pc:sldMk cId="3009171637" sldId="258"/>
        </pc:sldMkLst>
        <pc:spChg chg="mod">
          <ac:chgData name="Mikyska Petr" userId="2f74b38e-d751-4b09-9e4c-44f672c6be6a" providerId="ADAL" clId="{41CE2272-DD76-4323-B9AD-BCD04978E071}" dt="2025-03-11T16:55:08.180" v="439" actId="14100"/>
          <ac:spMkLst>
            <pc:docMk/>
            <pc:sldMk cId="3009171637" sldId="258"/>
            <ac:spMk id="3" creationId="{DF6D6C4E-8071-2FE0-B03C-A12BA9ED1938}"/>
          </ac:spMkLst>
        </pc:spChg>
      </pc:sldChg>
      <pc:sldChg chg="addSp delSp modSp mod modClrScheme chgLayout">
        <pc:chgData name="Mikyska Petr" userId="2f74b38e-d751-4b09-9e4c-44f672c6be6a" providerId="ADAL" clId="{41CE2272-DD76-4323-B9AD-BCD04978E071}" dt="2025-03-11T16:48:50.372" v="260" actId="20577"/>
        <pc:sldMkLst>
          <pc:docMk/>
          <pc:sldMk cId="1182218945" sldId="259"/>
        </pc:sldMkLst>
        <pc:spChg chg="mod ord">
          <ac:chgData name="Mikyska Petr" userId="2f74b38e-d751-4b09-9e4c-44f672c6be6a" providerId="ADAL" clId="{41CE2272-DD76-4323-B9AD-BCD04978E071}" dt="2025-03-11T16:38:17.231" v="16" actId="700"/>
          <ac:spMkLst>
            <pc:docMk/>
            <pc:sldMk cId="1182218945" sldId="259"/>
            <ac:spMk id="2" creationId="{FE3E6466-878A-CD58-52BB-7D71F4F2AC91}"/>
          </ac:spMkLst>
        </pc:spChg>
        <pc:spChg chg="add del mod ord">
          <ac:chgData name="Mikyska Petr" userId="2f74b38e-d751-4b09-9e4c-44f672c6be6a" providerId="ADAL" clId="{41CE2272-DD76-4323-B9AD-BCD04978E071}" dt="2025-03-11T16:38:17.231" v="16" actId="700"/>
          <ac:spMkLst>
            <pc:docMk/>
            <pc:sldMk cId="1182218945" sldId="259"/>
            <ac:spMk id="4" creationId="{E5D8266B-7CFB-4A15-439F-41A94EA8D5A6}"/>
          </ac:spMkLst>
        </pc:spChg>
        <pc:spChg chg="mod ord">
          <ac:chgData name="Mikyska Petr" userId="2f74b38e-d751-4b09-9e4c-44f672c6be6a" providerId="ADAL" clId="{41CE2272-DD76-4323-B9AD-BCD04978E071}" dt="2025-03-11T16:48:50.372" v="260" actId="20577"/>
          <ac:spMkLst>
            <pc:docMk/>
            <pc:sldMk cId="1182218945" sldId="259"/>
            <ac:spMk id="6" creationId="{45993D89-0A4A-6CF5-497D-9D16717C7ACE}"/>
          </ac:spMkLst>
        </pc:spChg>
        <pc:picChg chg="del">
          <ac:chgData name="Mikyska Petr" userId="2f74b38e-d751-4b09-9e4c-44f672c6be6a" providerId="ADAL" clId="{41CE2272-DD76-4323-B9AD-BCD04978E071}" dt="2025-03-11T16:38:11.684" v="13" actId="478"/>
          <ac:picMkLst>
            <pc:docMk/>
            <pc:sldMk cId="1182218945" sldId="259"/>
            <ac:picMk id="5" creationId="{B404474F-97DF-1621-E861-FF07E2BBD212}"/>
          </ac:picMkLst>
        </pc:picChg>
      </pc:sldChg>
      <pc:sldChg chg="del">
        <pc:chgData name="Mikyska Petr" userId="2f74b38e-d751-4b09-9e4c-44f672c6be6a" providerId="ADAL" clId="{41CE2272-DD76-4323-B9AD-BCD04978E071}" dt="2025-03-11T16:49:18.336" v="261" actId="2696"/>
        <pc:sldMkLst>
          <pc:docMk/>
          <pc:sldMk cId="1464678534" sldId="260"/>
        </pc:sldMkLst>
      </pc:sldChg>
      <pc:sldChg chg="delSp modSp mod ord delDesignElem chgLayout">
        <pc:chgData name="Mikyska Petr" userId="2f74b38e-d751-4b09-9e4c-44f672c6be6a" providerId="ADAL" clId="{41CE2272-DD76-4323-B9AD-BCD04978E071}" dt="2025-03-11T16:49:35.478" v="265" actId="20577"/>
        <pc:sldMkLst>
          <pc:docMk/>
          <pc:sldMk cId="1540219258" sldId="262"/>
        </pc:sldMkLst>
        <pc:spChg chg="mod ord">
          <ac:chgData name="Mikyska Petr" userId="2f74b38e-d751-4b09-9e4c-44f672c6be6a" providerId="ADAL" clId="{41CE2272-DD76-4323-B9AD-BCD04978E071}" dt="2025-03-11T16:41:42.715" v="81" actId="700"/>
          <ac:spMkLst>
            <pc:docMk/>
            <pc:sldMk cId="1540219258" sldId="262"/>
            <ac:spMk id="7" creationId="{5D7C8F69-5CE8-6E4A-4B90-791D18D96A1F}"/>
          </ac:spMkLst>
        </pc:spChg>
        <pc:spChg chg="mod ord">
          <ac:chgData name="Mikyska Petr" userId="2f74b38e-d751-4b09-9e4c-44f672c6be6a" providerId="ADAL" clId="{41CE2272-DD76-4323-B9AD-BCD04978E071}" dt="2025-03-11T16:49:35.478" v="265" actId="20577"/>
          <ac:spMkLst>
            <pc:docMk/>
            <pc:sldMk cId="1540219258" sldId="262"/>
            <ac:spMk id="8" creationId="{2FB4A6F1-4F64-557D-6080-27CDCE8DB83A}"/>
          </ac:spMkLst>
        </pc:spChg>
        <pc:spChg chg="del">
          <ac:chgData name="Mikyska Petr" userId="2f74b38e-d751-4b09-9e4c-44f672c6be6a" providerId="ADAL" clId="{41CE2272-DD76-4323-B9AD-BCD04978E071}" dt="2025-03-11T16:41:42.715" v="81" actId="700"/>
          <ac:spMkLst>
            <pc:docMk/>
            <pc:sldMk cId="1540219258" sldId="262"/>
            <ac:spMk id="13" creationId="{744CAA32-F237-419C-A2DD-43C28D920D3C}"/>
          </ac:spMkLst>
        </pc:spChg>
        <pc:picChg chg="del">
          <ac:chgData name="Mikyska Petr" userId="2f74b38e-d751-4b09-9e4c-44f672c6be6a" providerId="ADAL" clId="{41CE2272-DD76-4323-B9AD-BCD04978E071}" dt="2025-03-11T16:41:44.694" v="82" actId="478"/>
          <ac:picMkLst>
            <pc:docMk/>
            <pc:sldMk cId="1540219258" sldId="262"/>
            <ac:picMk id="6" creationId="{7EB97AAE-582F-E764-2EFD-BF0EA2E92CA3}"/>
          </ac:picMkLst>
        </pc:picChg>
        <pc:cxnChg chg="del">
          <ac:chgData name="Mikyska Petr" userId="2f74b38e-d751-4b09-9e4c-44f672c6be6a" providerId="ADAL" clId="{41CE2272-DD76-4323-B9AD-BCD04978E071}" dt="2025-03-11T16:41:42.715" v="81" actId="700"/>
          <ac:cxnSpMkLst>
            <pc:docMk/>
            <pc:sldMk cId="1540219258" sldId="262"/>
            <ac:cxnSpMk id="15" creationId="{753FE100-D0AB-4AE2-824B-60CFA31EC6A2}"/>
          </ac:cxnSpMkLst>
        </pc:cxnChg>
      </pc:sldChg>
      <pc:sldChg chg="modSp add mod">
        <pc:chgData name="Mikyska Petr" userId="2f74b38e-d751-4b09-9e4c-44f672c6be6a" providerId="ADAL" clId="{41CE2272-DD76-4323-B9AD-BCD04978E071}" dt="2025-03-11T16:46:51.476" v="231" actId="20577"/>
        <pc:sldMkLst>
          <pc:docMk/>
          <pc:sldMk cId="3994576201" sldId="264"/>
        </pc:sldMkLst>
        <pc:spChg chg="mod">
          <ac:chgData name="Mikyska Petr" userId="2f74b38e-d751-4b09-9e4c-44f672c6be6a" providerId="ADAL" clId="{41CE2272-DD76-4323-B9AD-BCD04978E071}" dt="2025-03-11T16:46:51.476" v="231" actId="20577"/>
          <ac:spMkLst>
            <pc:docMk/>
            <pc:sldMk cId="3994576201" sldId="264"/>
            <ac:spMk id="2" creationId="{628A7B3B-F63C-827B-D20D-5493D734425A}"/>
          </ac:spMkLst>
        </pc:spChg>
        <pc:spChg chg="mod">
          <ac:chgData name="Mikyska Petr" userId="2f74b38e-d751-4b09-9e4c-44f672c6be6a" providerId="ADAL" clId="{41CE2272-DD76-4323-B9AD-BCD04978E071}" dt="2025-03-11T16:46:24.164" v="221" actId="255"/>
          <ac:spMkLst>
            <pc:docMk/>
            <pc:sldMk cId="3994576201" sldId="264"/>
            <ac:spMk id="6" creationId="{9F758F92-4270-230E-8648-BF62DCDFD7B5}"/>
          </ac:spMkLst>
        </pc:spChg>
      </pc:sldChg>
      <pc:sldChg chg="modSp add mod">
        <pc:chgData name="Mikyska Petr" userId="2f74b38e-d751-4b09-9e4c-44f672c6be6a" providerId="ADAL" clId="{41CE2272-DD76-4323-B9AD-BCD04978E071}" dt="2025-03-11T16:46:58.626" v="239" actId="20577"/>
        <pc:sldMkLst>
          <pc:docMk/>
          <pc:sldMk cId="3869293441" sldId="265"/>
        </pc:sldMkLst>
        <pc:spChg chg="mod">
          <ac:chgData name="Mikyska Petr" userId="2f74b38e-d751-4b09-9e4c-44f672c6be6a" providerId="ADAL" clId="{41CE2272-DD76-4323-B9AD-BCD04978E071}" dt="2025-03-11T16:46:58.626" v="239" actId="20577"/>
          <ac:spMkLst>
            <pc:docMk/>
            <pc:sldMk cId="3869293441" sldId="265"/>
            <ac:spMk id="7" creationId="{E10250F2-4B5D-F620-42A5-EF4758B31BBC}"/>
          </ac:spMkLst>
        </pc:spChg>
        <pc:spChg chg="mod">
          <ac:chgData name="Mikyska Petr" userId="2f74b38e-d751-4b09-9e4c-44f672c6be6a" providerId="ADAL" clId="{41CE2272-DD76-4323-B9AD-BCD04978E071}" dt="2025-03-11T16:46:06.989" v="220" actId="255"/>
          <ac:spMkLst>
            <pc:docMk/>
            <pc:sldMk cId="3869293441" sldId="265"/>
            <ac:spMk id="8" creationId="{D535EC7C-364A-195F-912F-3AA797AB350B}"/>
          </ac:spMkLst>
        </pc:spChg>
      </pc:sldChg>
      <pc:sldChg chg="addSp modSp new mod">
        <pc:chgData name="Mikyska Petr" userId="2f74b38e-d751-4b09-9e4c-44f672c6be6a" providerId="ADAL" clId="{41CE2272-DD76-4323-B9AD-BCD04978E071}" dt="2025-03-11T17:05:14.087" v="956" actId="1076"/>
        <pc:sldMkLst>
          <pc:docMk/>
          <pc:sldMk cId="384258812" sldId="266"/>
        </pc:sldMkLst>
        <pc:spChg chg="mod">
          <ac:chgData name="Mikyska Petr" userId="2f74b38e-d751-4b09-9e4c-44f672c6be6a" providerId="ADAL" clId="{41CE2272-DD76-4323-B9AD-BCD04978E071}" dt="2025-03-11T16:55:33.993" v="460" actId="20577"/>
          <ac:spMkLst>
            <pc:docMk/>
            <pc:sldMk cId="384258812" sldId="266"/>
            <ac:spMk id="2" creationId="{B0CAEB85-0C35-12EE-8957-C243C5280357}"/>
          </ac:spMkLst>
        </pc:spChg>
        <pc:spChg chg="mod">
          <ac:chgData name="Mikyska Petr" userId="2f74b38e-d751-4b09-9e4c-44f672c6be6a" providerId="ADAL" clId="{41CE2272-DD76-4323-B9AD-BCD04978E071}" dt="2025-03-11T17:04:56.409" v="954" actId="20577"/>
          <ac:spMkLst>
            <pc:docMk/>
            <pc:sldMk cId="384258812" sldId="266"/>
            <ac:spMk id="3" creationId="{9ABC88FD-A2AF-9FDD-4074-D63E1F1AC3E0}"/>
          </ac:spMkLst>
        </pc:spChg>
        <pc:picChg chg="add mod">
          <ac:chgData name="Mikyska Petr" userId="2f74b38e-d751-4b09-9e4c-44f672c6be6a" providerId="ADAL" clId="{41CE2272-DD76-4323-B9AD-BCD04978E071}" dt="2025-03-11T17:05:14.087" v="956" actId="1076"/>
          <ac:picMkLst>
            <pc:docMk/>
            <pc:sldMk cId="384258812" sldId="266"/>
            <ac:picMk id="5" creationId="{D8F501DA-6DF7-55FB-3D74-5B35CBC87AB3}"/>
          </ac:picMkLst>
        </pc:picChg>
      </pc:sldChg>
      <pc:sldChg chg="addSp delSp modSp new mod chgLayout">
        <pc:chgData name="Mikyska Petr" userId="2f74b38e-d751-4b09-9e4c-44f672c6be6a" providerId="ADAL" clId="{41CE2272-DD76-4323-B9AD-BCD04978E071}" dt="2025-03-11T17:02:57.054" v="927" actId="20577"/>
        <pc:sldMkLst>
          <pc:docMk/>
          <pc:sldMk cId="187628880" sldId="267"/>
        </pc:sldMkLst>
        <pc:spChg chg="del">
          <ac:chgData name="Mikyska Petr" userId="2f74b38e-d751-4b09-9e4c-44f672c6be6a" providerId="ADAL" clId="{41CE2272-DD76-4323-B9AD-BCD04978E071}" dt="2025-03-11T17:00:02.025" v="845" actId="700"/>
          <ac:spMkLst>
            <pc:docMk/>
            <pc:sldMk cId="187628880" sldId="267"/>
            <ac:spMk id="2" creationId="{27D8C070-1D4B-3C59-5185-7C101F29C6C8}"/>
          </ac:spMkLst>
        </pc:spChg>
        <pc:spChg chg="del">
          <ac:chgData name="Mikyska Petr" userId="2f74b38e-d751-4b09-9e4c-44f672c6be6a" providerId="ADAL" clId="{41CE2272-DD76-4323-B9AD-BCD04978E071}" dt="2025-03-11T16:59:33.369" v="556"/>
          <ac:spMkLst>
            <pc:docMk/>
            <pc:sldMk cId="187628880" sldId="267"/>
            <ac:spMk id="3" creationId="{ECC69DBB-E378-FD39-35FA-A46A5E015E65}"/>
          </ac:spMkLst>
        </pc:spChg>
        <pc:spChg chg="add del mod">
          <ac:chgData name="Mikyska Petr" userId="2f74b38e-d751-4b09-9e4c-44f672c6be6a" providerId="ADAL" clId="{41CE2272-DD76-4323-B9AD-BCD04978E071}" dt="2025-03-11T17:00:02.025" v="845" actId="700"/>
          <ac:spMkLst>
            <pc:docMk/>
            <pc:sldMk cId="187628880" sldId="267"/>
            <ac:spMk id="4" creationId="{5134FF9C-0E1D-76F5-5193-0C5A0BB45E4F}"/>
          </ac:spMkLst>
        </pc:spChg>
        <pc:spChg chg="add mod ord">
          <ac:chgData name="Mikyska Petr" userId="2f74b38e-d751-4b09-9e4c-44f672c6be6a" providerId="ADAL" clId="{41CE2272-DD76-4323-B9AD-BCD04978E071}" dt="2025-03-11T17:02:57.054" v="927" actId="20577"/>
          <ac:spMkLst>
            <pc:docMk/>
            <pc:sldMk cId="187628880" sldId="267"/>
            <ac:spMk id="5" creationId="{BAD8F5B6-1A03-9640-9CE7-6F48F109240D}"/>
          </ac:spMkLst>
        </pc:spChg>
        <pc:spChg chg="add mod ord">
          <ac:chgData name="Mikyska Petr" userId="2f74b38e-d751-4b09-9e4c-44f672c6be6a" providerId="ADAL" clId="{41CE2272-DD76-4323-B9AD-BCD04978E071}" dt="2025-03-11T17:02:45.640" v="920" actId="403"/>
          <ac:spMkLst>
            <pc:docMk/>
            <pc:sldMk cId="187628880" sldId="267"/>
            <ac:spMk id="6" creationId="{2A998B6C-398F-EB06-8C98-E06D120AE9D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463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23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0476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3/11/2025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279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3/11/2025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859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3/11/2025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813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3/11/2025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724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3/11/2025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580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3/11/2025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339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173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3204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2324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76" r:id="rId6"/>
    <p:sldLayoutId id="2147483672" r:id="rId7"/>
    <p:sldLayoutId id="2147483673" r:id="rId8"/>
    <p:sldLayoutId id="2147483674" r:id="rId9"/>
    <p:sldLayoutId id="2147483675" r:id="rId10"/>
    <p:sldLayoutId id="214748367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microsoft.com/office/2017/06/relationships/model3d" Target="../media/model3d2.glb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0B2540-4718-1765-E18A-2184E39CA47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7559" b="16192"/>
          <a:stretch/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5952353B-F373-8D18-E2BE-C49731779D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85233"/>
            <a:ext cx="5758628" cy="3355853"/>
          </a:xfrm>
        </p:spPr>
        <p:txBody>
          <a:bodyPr anchor="t">
            <a:normAutofit/>
          </a:bodyPr>
          <a:lstStyle/>
          <a:p>
            <a:r>
              <a:rPr lang="cs-CZ" sz="6000">
                <a:solidFill>
                  <a:srgbClr val="FFFFFF"/>
                </a:solidFill>
              </a:rPr>
              <a:t>Prvočíselnost a její testování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78DE728-3FCC-5DBE-89BB-E402EBDD3A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5251621"/>
            <a:ext cx="4439920" cy="1104721"/>
          </a:xfrm>
        </p:spPr>
        <p:txBody>
          <a:bodyPr anchor="t">
            <a:normAutofit/>
          </a:bodyPr>
          <a:lstStyle/>
          <a:p>
            <a:r>
              <a:rPr lang="cs-CZ">
                <a:solidFill>
                  <a:srgbClr val="FFFFFF"/>
                </a:solidFill>
              </a:rPr>
              <a:t>Mikyska Petr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12918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A1DE63D-2F4B-1D85-3E0F-A168BD593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Co je to prvočíslo 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561145D-D36C-B47F-6984-0706FCD86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1800" dirty="0"/>
              <a:t>Je </a:t>
            </a:r>
            <a:r>
              <a:rPr lang="cs-CZ" sz="1800" b="1" dirty="0"/>
              <a:t>přirozené číslo větší než 1, které je dělitelné jen dvěma děliteli</a:t>
            </a:r>
            <a:r>
              <a:rPr lang="cs-CZ" sz="1800" dirty="0"/>
              <a:t>: jedničkou a samo sebou</a:t>
            </a:r>
          </a:p>
          <a:p>
            <a:r>
              <a:rPr lang="cs-CZ" sz="1800" dirty="0"/>
              <a:t>1 </a:t>
            </a:r>
            <a:r>
              <a:rPr lang="cs-CZ" sz="1800" b="1" dirty="0"/>
              <a:t>není</a:t>
            </a:r>
            <a:r>
              <a:rPr lang="cs-CZ" sz="1800" dirty="0"/>
              <a:t> prvočíslo, neboť nemá dva různé dělitele</a:t>
            </a:r>
          </a:p>
          <a:p>
            <a:r>
              <a:rPr lang="cs-CZ" sz="1800" dirty="0"/>
              <a:t>Přirozená čísla větší než jedna, která nejsou prvočísly, se nazývají </a:t>
            </a:r>
            <a:r>
              <a:rPr lang="cs-CZ" sz="1800" b="1" dirty="0"/>
              <a:t>složená čísla</a:t>
            </a:r>
          </a:p>
          <a:p>
            <a:r>
              <a:rPr lang="cs-CZ" sz="1800" dirty="0"/>
              <a:t>Prvním prvočíslem je číslo 2, které je jediným sudým prvočíslem</a:t>
            </a:r>
          </a:p>
        </p:txBody>
      </p:sp>
    </p:spTree>
    <p:extLst>
      <p:ext uri="{BB962C8B-B14F-4D97-AF65-F5344CB8AC3E}">
        <p14:creationId xmlns:p14="http://schemas.microsoft.com/office/powerpoint/2010/main" val="3571662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DCE98C7-E5BA-710A-9AF4-1EC164205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Prvočíselný rozklad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F6D6C4E-8071-2FE0-B03C-A12BA9ED1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11011146" cy="3566160"/>
          </a:xfrm>
        </p:spPr>
        <p:txBody>
          <a:bodyPr>
            <a:normAutofit/>
          </a:bodyPr>
          <a:lstStyle/>
          <a:p>
            <a:r>
              <a:rPr lang="cs-CZ" sz="1800" dirty="0"/>
              <a:t>Jedná se o vyjádření přirozeného čísla jako </a:t>
            </a:r>
            <a:r>
              <a:rPr lang="cs-CZ" sz="1800" b="1" dirty="0"/>
              <a:t>součinu prvočísel</a:t>
            </a:r>
          </a:p>
          <a:p>
            <a:r>
              <a:rPr lang="cs-CZ" sz="1600" dirty="0"/>
              <a:t>Prvočíselný rozklad provádíme tak, že dané číslo postupně dělíme nejmenšími možnými prvočísly, dokud nezůstane pouze </a:t>
            </a:r>
            <a:r>
              <a:rPr lang="cs-CZ" sz="1600" b="1" dirty="0"/>
              <a:t>1</a:t>
            </a:r>
          </a:p>
          <a:p>
            <a:r>
              <a:rPr lang="cs-CZ" sz="1800" dirty="0"/>
              <a:t>Algoritmy:</a:t>
            </a:r>
          </a:p>
          <a:p>
            <a:pPr marL="265176" lvl="1" indent="0">
              <a:buNone/>
            </a:pPr>
            <a:r>
              <a:rPr lang="cs-CZ" b="1" dirty="0"/>
              <a:t>	</a:t>
            </a:r>
            <a:r>
              <a:rPr lang="cs-CZ" dirty="0"/>
              <a:t>1) Algoritmus pro výpočet NSD - Pokud chceme najít </a:t>
            </a:r>
            <a:r>
              <a:rPr lang="cs-CZ" b="1" dirty="0"/>
              <a:t>největší společný dělitel</a:t>
            </a:r>
            <a:r>
              <a:rPr lang="cs-CZ" dirty="0"/>
              <a:t> dvou čísel, můžeme 	    provést jejich prvočíselný rozklad a vybrat </a:t>
            </a:r>
            <a:r>
              <a:rPr lang="cs-CZ" b="1" dirty="0"/>
              <a:t>společné dělitele</a:t>
            </a:r>
          </a:p>
          <a:p>
            <a:pPr marL="265176" lvl="1" indent="0">
              <a:buNone/>
            </a:pPr>
            <a:r>
              <a:rPr lang="cs-CZ" b="1" dirty="0"/>
              <a:t>	</a:t>
            </a:r>
            <a:r>
              <a:rPr lang="cs-CZ" dirty="0"/>
              <a:t>2) Algoritmus pro výpočet NSN - NSN dvou čísel lze spočítat pomocí jejich prvočíselného rozkladu</a:t>
            </a:r>
          </a:p>
          <a:p>
            <a:endParaRPr lang="cs-CZ" sz="1800" b="1" dirty="0"/>
          </a:p>
        </p:txBody>
      </p:sp>
    </p:spTree>
    <p:extLst>
      <p:ext uri="{BB962C8B-B14F-4D97-AF65-F5344CB8AC3E}">
        <p14:creationId xmlns:p14="http://schemas.microsoft.com/office/powerpoint/2010/main" val="3009171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BAD8F5B6-1A03-9640-9CE7-6F48F1092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Princip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2A998B6C-398F-EB06-8C98-E06D120AE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1"/>
            <a:ext cx="10890928" cy="4091793"/>
          </a:xfrm>
        </p:spPr>
        <p:txBody>
          <a:bodyPr>
            <a:normAutofit lnSpcReduction="10000"/>
          </a:bodyPr>
          <a:lstStyle/>
          <a:p>
            <a:r>
              <a:rPr lang="cs-CZ" sz="1800" dirty="0"/>
              <a:t>Nejmenší prvočíslo je </a:t>
            </a:r>
            <a:r>
              <a:rPr lang="cs-CZ" sz="1800" b="1" dirty="0"/>
              <a:t>2</a:t>
            </a:r>
            <a:r>
              <a:rPr lang="cs-CZ" sz="1800" dirty="0"/>
              <a:t>, 120 je sudé, takže dělíme:</a:t>
            </a:r>
          </a:p>
          <a:p>
            <a:pPr marL="0" indent="0">
              <a:buNone/>
            </a:pPr>
            <a:r>
              <a:rPr lang="cs-CZ" sz="1800" dirty="0"/>
              <a:t>	</a:t>
            </a:r>
            <a:r>
              <a:rPr lang="cs-CZ" sz="1800" b="1" dirty="0"/>
              <a:t> </a:t>
            </a:r>
            <a:r>
              <a:rPr lang="cs-CZ" b="1" dirty="0"/>
              <a:t>120 ÷ 2 = 60</a:t>
            </a:r>
          </a:p>
          <a:p>
            <a:r>
              <a:rPr lang="cs-CZ" sz="1800" dirty="0"/>
              <a:t>60 je stále sudé, znovu dělíme </a:t>
            </a:r>
            <a:r>
              <a:rPr lang="cs-CZ" sz="1800" b="1" dirty="0"/>
              <a:t>2</a:t>
            </a:r>
            <a:r>
              <a:rPr lang="cs-CZ" sz="1800" dirty="0"/>
              <a:t>:</a:t>
            </a:r>
          </a:p>
          <a:p>
            <a:pPr marL="0" indent="0">
              <a:buNone/>
            </a:pPr>
            <a:r>
              <a:rPr lang="cs-CZ" sz="1800" dirty="0"/>
              <a:t>	</a:t>
            </a:r>
            <a:r>
              <a:rPr lang="cs-CZ" sz="1800" b="1" dirty="0"/>
              <a:t> </a:t>
            </a:r>
            <a:r>
              <a:rPr lang="cs-CZ" b="1" dirty="0"/>
              <a:t>60 ÷ 2 = 30</a:t>
            </a:r>
          </a:p>
          <a:p>
            <a:r>
              <a:rPr lang="fr-FR" sz="1800" dirty="0"/>
              <a:t>30 je také sudé, znovu dělíme </a:t>
            </a:r>
            <a:r>
              <a:rPr lang="fr-FR" sz="1800" b="1" dirty="0"/>
              <a:t>2</a:t>
            </a:r>
            <a:r>
              <a:rPr lang="fr-FR" sz="1800" dirty="0"/>
              <a:t>:</a:t>
            </a:r>
            <a:endParaRPr lang="cs-CZ" sz="1800" dirty="0"/>
          </a:p>
          <a:p>
            <a:pPr marL="0" indent="0">
              <a:buNone/>
            </a:pPr>
            <a:r>
              <a:rPr lang="cs-CZ" sz="1800" dirty="0"/>
              <a:t>	</a:t>
            </a:r>
            <a:r>
              <a:rPr lang="cs-CZ" b="1" dirty="0"/>
              <a:t> 30 ÷ 2 = 15</a:t>
            </a:r>
          </a:p>
          <a:p>
            <a:r>
              <a:rPr lang="cs-CZ" sz="1800" dirty="0"/>
              <a:t>15 už není dělitelné </a:t>
            </a:r>
            <a:r>
              <a:rPr lang="cs-CZ" sz="1800" b="1" dirty="0"/>
              <a:t>2</a:t>
            </a:r>
            <a:r>
              <a:rPr lang="cs-CZ" sz="1800" dirty="0"/>
              <a:t>, zkusíme další nejmenší prvočíslo (</a:t>
            </a:r>
            <a:r>
              <a:rPr lang="cs-CZ" sz="1800" b="1" dirty="0"/>
              <a:t>3</a:t>
            </a:r>
            <a:r>
              <a:rPr lang="cs-CZ" sz="1800" dirty="0"/>
              <a:t>):</a:t>
            </a:r>
          </a:p>
          <a:p>
            <a:pPr marL="0" indent="0">
              <a:buNone/>
            </a:pPr>
            <a:r>
              <a:rPr lang="cs-CZ" sz="1800" dirty="0"/>
              <a:t>	 </a:t>
            </a:r>
            <a:r>
              <a:rPr lang="cs-CZ" b="1" dirty="0"/>
              <a:t>15 ÷ 3 = 5</a:t>
            </a:r>
          </a:p>
          <a:p>
            <a:r>
              <a:rPr lang="cs-CZ" sz="1800" dirty="0"/>
              <a:t>5 je prvočíslo, takže už není potřeba dál dělit</a:t>
            </a:r>
          </a:p>
        </p:txBody>
      </p:sp>
    </p:spTree>
    <p:extLst>
      <p:ext uri="{BB962C8B-B14F-4D97-AF65-F5344CB8AC3E}">
        <p14:creationId xmlns:p14="http://schemas.microsoft.com/office/powerpoint/2010/main" val="187628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0CAEB85-0C35-12EE-8957-C243C5280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Eukleidův</a:t>
            </a:r>
            <a:r>
              <a:rPr lang="cs-CZ" dirty="0"/>
              <a:t> algoritmus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ABC88FD-A2AF-9FDD-4074-D63E1F1AC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633472"/>
            <a:ext cx="10981649" cy="3566160"/>
          </a:xfrm>
        </p:spPr>
        <p:txBody>
          <a:bodyPr/>
          <a:lstStyle/>
          <a:p>
            <a:r>
              <a:rPr lang="cs-CZ" sz="1800" b="1" dirty="0" err="1"/>
              <a:t>Eukleidův</a:t>
            </a:r>
            <a:r>
              <a:rPr lang="cs-CZ" sz="1800" b="1" dirty="0"/>
              <a:t> algoritmus</a:t>
            </a:r>
            <a:r>
              <a:rPr lang="cs-CZ" sz="1800" dirty="0"/>
              <a:t> je </a:t>
            </a:r>
            <a:r>
              <a:rPr lang="cs-CZ" sz="1800" b="1" dirty="0"/>
              <a:t>nejstarší známý algoritmus</a:t>
            </a:r>
            <a:r>
              <a:rPr lang="cs-CZ" sz="1800" dirty="0"/>
              <a:t> v historii matematiky, který se stále používá</a:t>
            </a:r>
          </a:p>
          <a:p>
            <a:r>
              <a:rPr lang="cs-CZ" sz="1800" dirty="0"/>
              <a:t>Slouží k výpočtu </a:t>
            </a:r>
            <a:r>
              <a:rPr lang="cs-CZ" sz="1800" b="1" dirty="0"/>
              <a:t>největšího společného dělitele (NSD)</a:t>
            </a:r>
            <a:r>
              <a:rPr lang="cs-CZ" sz="1800" dirty="0"/>
              <a:t> nebo </a:t>
            </a:r>
            <a:r>
              <a:rPr lang="cs-CZ" sz="1800" b="1" dirty="0"/>
              <a:t>nejmenšího společného násobku (NSN)</a:t>
            </a:r>
            <a:r>
              <a:rPr lang="cs-CZ" sz="1800" dirty="0"/>
              <a:t> dvou čísel</a:t>
            </a:r>
          </a:p>
          <a:p>
            <a:r>
              <a:rPr lang="cs-CZ" sz="1800" dirty="0"/>
              <a:t>Časová složitost základního </a:t>
            </a:r>
            <a:r>
              <a:rPr lang="cs-CZ" sz="1800" dirty="0" err="1"/>
              <a:t>Eukleidova</a:t>
            </a:r>
            <a:r>
              <a:rPr lang="cs-CZ" sz="1800" dirty="0"/>
              <a:t> algoritmu je </a:t>
            </a:r>
            <a:r>
              <a:rPr lang="cs-CZ" sz="1800" b="1" dirty="0"/>
              <a:t>O(log(min(a, b)))</a:t>
            </a:r>
            <a:r>
              <a:rPr lang="cs-CZ" sz="1800" dirty="0"/>
              <a:t>, což je velmi efektivní i pro velká čísla</a:t>
            </a:r>
          </a:p>
          <a:p>
            <a:r>
              <a:rPr lang="cs-CZ" sz="1800" b="1" dirty="0"/>
              <a:t>NSN </a:t>
            </a:r>
            <a:r>
              <a:rPr lang="cs-CZ" sz="1800" dirty="0"/>
              <a:t>nebo</a:t>
            </a:r>
            <a:r>
              <a:rPr lang="cs-CZ" sz="1800" b="1" dirty="0"/>
              <a:t> NSD</a:t>
            </a:r>
            <a:r>
              <a:rPr lang="cs-CZ" sz="1800" dirty="0"/>
              <a:t> dvou čísel je největší číslo, které obě čísla dělí beze zbytku</a:t>
            </a:r>
          </a:p>
          <a:p>
            <a:r>
              <a:rPr lang="cs-CZ" sz="1800" dirty="0"/>
              <a:t>Algoritmus funguje na principu: Pokud jedno číslo dělí druhé beze zbytku, pak je NSD právě toto číslo, jinak se nahradí větší číslo zbytkem po dělení a proces se opakuje, dokud není zbytek nula</a:t>
            </a:r>
          </a:p>
          <a:p>
            <a:endParaRPr lang="cs-CZ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D8F501DA-6DF7-55FB-3D74-5B35CBC87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3789" y="6107012"/>
            <a:ext cx="3496163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58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E3E6466-878A-CD58-52BB-7D71F4F2A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Test pomocí hrubé síly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45993D89-0A4A-6CF5-497D-9D16717C7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1800" dirty="0"/>
              <a:t>Je jednoduchá, ale neefektivní metoda určování, zda je dané číslo prvočíslo</a:t>
            </a:r>
          </a:p>
          <a:p>
            <a:r>
              <a:rPr lang="cs-CZ" sz="1800" dirty="0"/>
              <a:t>Funguje tak, že se číslo </a:t>
            </a:r>
            <a:r>
              <a:rPr lang="cs-CZ" sz="1800" b="1" dirty="0"/>
              <a:t>n</a:t>
            </a:r>
            <a:r>
              <a:rPr lang="cs-CZ" sz="1800" dirty="0"/>
              <a:t> dělí postupně všemi celými čísly od </a:t>
            </a:r>
            <a:r>
              <a:rPr lang="cs-CZ" sz="1800" b="1" dirty="0"/>
              <a:t>2</a:t>
            </a:r>
            <a:r>
              <a:rPr lang="cs-CZ" sz="1800" dirty="0"/>
              <a:t> do </a:t>
            </a:r>
            <a:r>
              <a:rPr lang="cs-CZ" sz="1800" b="1" dirty="0"/>
              <a:t>n - 1</a:t>
            </a:r>
            <a:r>
              <a:rPr lang="cs-CZ" sz="1800" dirty="0"/>
              <a:t> (nebo efektivněji do </a:t>
            </a:r>
            <a:r>
              <a:rPr lang="cs-CZ" sz="1800" b="1" dirty="0"/>
              <a:t>√N</a:t>
            </a:r>
            <a:r>
              <a:rPr lang="cs-CZ" sz="1800" dirty="0"/>
              <a:t>), a pokud se najde nějaký dělitel (kromě </a:t>
            </a:r>
            <a:r>
              <a:rPr lang="cs-CZ" sz="1800" b="1" dirty="0"/>
              <a:t>1</a:t>
            </a:r>
            <a:r>
              <a:rPr lang="cs-CZ" sz="1800" dirty="0"/>
              <a:t> a </a:t>
            </a:r>
            <a:r>
              <a:rPr lang="cs-CZ" sz="1800" b="1" dirty="0"/>
              <a:t>N</a:t>
            </a:r>
            <a:r>
              <a:rPr lang="cs-CZ" sz="1800" dirty="0"/>
              <a:t>) =&gt; číslo není prvočíslo</a:t>
            </a:r>
          </a:p>
          <a:p>
            <a:r>
              <a:rPr lang="cs-CZ" sz="1800" dirty="0"/>
              <a:t>Nejhorší časová složitost je </a:t>
            </a:r>
            <a:r>
              <a:rPr lang="cs-CZ" sz="1800" b="1" dirty="0"/>
              <a:t>O(√n)</a:t>
            </a:r>
            <a:r>
              <a:rPr lang="cs-CZ" sz="1800" dirty="0"/>
              <a:t>, což je stále poměrně pomalé pro velká čísla</a:t>
            </a:r>
          </a:p>
          <a:p>
            <a:r>
              <a:rPr lang="cs-CZ" sz="1800" dirty="0"/>
              <a:t>Existují mnohem rychlejší algoritmy, jako např. </a:t>
            </a:r>
            <a:r>
              <a:rPr lang="cs-CZ" sz="1800" b="1" dirty="0" err="1"/>
              <a:t>Eratosthenovo</a:t>
            </a:r>
            <a:r>
              <a:rPr lang="cs-CZ" sz="1800" b="1" dirty="0"/>
              <a:t> síto</a:t>
            </a:r>
            <a:r>
              <a:rPr lang="cs-CZ" sz="1800" dirty="0"/>
              <a:t> nebo </a:t>
            </a:r>
            <a:r>
              <a:rPr lang="cs-CZ" sz="1800" b="1" dirty="0"/>
              <a:t>Miller-</a:t>
            </a:r>
            <a:r>
              <a:rPr lang="cs-CZ" sz="1800" b="1" dirty="0" err="1"/>
              <a:t>Rabinův</a:t>
            </a:r>
            <a:r>
              <a:rPr lang="cs-CZ" sz="1800" b="1" dirty="0"/>
              <a:t> test</a:t>
            </a:r>
          </a:p>
        </p:txBody>
      </p:sp>
    </p:spTree>
    <p:extLst>
      <p:ext uri="{BB962C8B-B14F-4D97-AF65-F5344CB8AC3E}">
        <p14:creationId xmlns:p14="http://schemas.microsoft.com/office/powerpoint/2010/main" val="1182218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01AF8-576D-028C-EC9C-19462DAFF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28A7B3B-F63C-827B-D20D-5493D7344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Příklad</a:t>
            </a:r>
          </a:p>
        </p:txBody>
      </p:sp>
      <p:pic>
        <p:nvPicPr>
          <p:cNvPr id="5" name="Zástupný obsah 4">
            <a:extLst>
              <a:ext uri="{FF2B5EF4-FFF2-40B4-BE49-F238E27FC236}">
                <a16:creationId xmlns:a16="http://schemas.microsoft.com/office/drawing/2014/main" id="{4EE63E3E-DC18-D383-7AFE-07EB7924BEA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86043" y="2702298"/>
            <a:ext cx="5299500" cy="2622619"/>
          </a:xfrm>
        </p:spPr>
      </p:pic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9F758F92-4270-230E-8648-BF62DCDFD7B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cs-CZ" sz="1800" dirty="0"/>
              <a:t>Když </a:t>
            </a:r>
            <a:r>
              <a:rPr lang="cs-CZ" sz="1800" b="1" dirty="0"/>
              <a:t>N</a:t>
            </a:r>
            <a:r>
              <a:rPr lang="cs-CZ" sz="1800" dirty="0"/>
              <a:t> bude dva, program vrátí </a:t>
            </a:r>
            <a:r>
              <a:rPr lang="cs-CZ" sz="1800" b="1" dirty="0"/>
              <a:t>TRUE</a:t>
            </a:r>
            <a:r>
              <a:rPr lang="cs-CZ" sz="1800" dirty="0"/>
              <a:t>, protože 2 je prvočíslo</a:t>
            </a:r>
          </a:p>
          <a:p>
            <a:r>
              <a:rPr lang="cs-CZ" sz="1800" dirty="0"/>
              <a:t>Pokud je číslo sudé, tak vrátí </a:t>
            </a:r>
            <a:r>
              <a:rPr lang="cs-CZ" sz="1800" b="1" dirty="0"/>
              <a:t>FALSE</a:t>
            </a:r>
          </a:p>
          <a:p>
            <a:r>
              <a:rPr lang="cs-CZ" sz="1800" dirty="0"/>
              <a:t>Testuje pouze lichá čísla od 3 do </a:t>
            </a:r>
            <a:r>
              <a:rPr lang="cs-CZ" sz="1800" b="1" dirty="0"/>
              <a:t>√N</a:t>
            </a:r>
          </a:p>
          <a:p>
            <a:r>
              <a:rPr lang="cs-CZ" sz="1800" dirty="0"/>
              <a:t>Pokud </a:t>
            </a:r>
            <a:r>
              <a:rPr lang="cs-CZ" sz="1800" b="1" dirty="0"/>
              <a:t>N</a:t>
            </a:r>
            <a:r>
              <a:rPr lang="cs-CZ" sz="1800" dirty="0"/>
              <a:t> je dělitelné </a:t>
            </a:r>
            <a:r>
              <a:rPr lang="cs-CZ" sz="1800" b="1" dirty="0"/>
              <a:t>i</a:t>
            </a:r>
            <a:r>
              <a:rPr lang="cs-CZ" sz="1800" dirty="0"/>
              <a:t>, tak vrátí </a:t>
            </a:r>
            <a:r>
              <a:rPr lang="cs-CZ" sz="1800" b="1" dirty="0"/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3994576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adpis 6">
            <a:extLst>
              <a:ext uri="{FF2B5EF4-FFF2-40B4-BE49-F238E27FC236}">
                <a16:creationId xmlns:a16="http://schemas.microsoft.com/office/drawing/2014/main" id="{5D7C8F69-5CE8-6E4A-4B90-791D18D96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 err="1"/>
              <a:t>Eratosthenovo</a:t>
            </a:r>
            <a:r>
              <a:rPr lang="cs-CZ" dirty="0"/>
              <a:t> síto</a:t>
            </a:r>
          </a:p>
        </p:txBody>
      </p:sp>
      <p:sp>
        <p:nvSpPr>
          <p:cNvPr id="8" name="Zástupný obsah 7">
            <a:extLst>
              <a:ext uri="{FF2B5EF4-FFF2-40B4-BE49-F238E27FC236}">
                <a16:creationId xmlns:a16="http://schemas.microsoft.com/office/drawing/2014/main" id="{2FB4A6F1-4F64-557D-6080-27CDCE8DB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468881"/>
            <a:ext cx="10890928" cy="4285879"/>
          </a:xfrm>
        </p:spPr>
        <p:txBody>
          <a:bodyPr>
            <a:normAutofit/>
          </a:bodyPr>
          <a:lstStyle/>
          <a:p>
            <a:r>
              <a:rPr lang="cs-CZ" sz="1800" dirty="0" err="1"/>
              <a:t>Eratosthenovo</a:t>
            </a:r>
            <a:r>
              <a:rPr lang="cs-CZ" sz="1800" dirty="0"/>
              <a:t> síto je </a:t>
            </a:r>
            <a:r>
              <a:rPr lang="cs-CZ" sz="1800" b="1" dirty="0"/>
              <a:t>matematický algoritmus</a:t>
            </a:r>
            <a:r>
              <a:rPr lang="cs-CZ" sz="1800" dirty="0"/>
              <a:t>, který slouží k </a:t>
            </a:r>
            <a:r>
              <a:rPr lang="cs-CZ" sz="1800" b="1" dirty="0"/>
              <a:t>nalezení všech prvočísel</a:t>
            </a:r>
            <a:r>
              <a:rPr lang="cs-CZ" sz="1800" dirty="0"/>
              <a:t> menších než dané číslo </a:t>
            </a:r>
            <a:r>
              <a:rPr lang="cs-CZ" sz="1800" b="1" dirty="0"/>
              <a:t>N</a:t>
            </a:r>
          </a:p>
          <a:p>
            <a:r>
              <a:rPr lang="cs-CZ" sz="1800" dirty="0"/>
              <a:t>Vynalezl ho řecký matematik </a:t>
            </a:r>
            <a:r>
              <a:rPr lang="cs-CZ" sz="1800" b="1" dirty="0" err="1"/>
              <a:t>Eratosthenés</a:t>
            </a:r>
            <a:endParaRPr lang="cs-CZ" sz="1800" b="1" dirty="0"/>
          </a:p>
          <a:p>
            <a:r>
              <a:rPr lang="cs-CZ" sz="1800" dirty="0"/>
              <a:t>Využívá myšlenku, že </a:t>
            </a:r>
            <a:r>
              <a:rPr lang="cs-CZ" sz="1800" b="1" dirty="0"/>
              <a:t>každé složené číslo lze vyjádřit jako násobek menších prvočísel</a:t>
            </a:r>
          </a:p>
          <a:p>
            <a:r>
              <a:rPr lang="cs-CZ" sz="1800" dirty="0"/>
              <a:t>Postupně tedy </a:t>
            </a:r>
            <a:r>
              <a:rPr lang="cs-CZ" sz="1800" b="1" dirty="0"/>
              <a:t>vyškrtáváme</a:t>
            </a:r>
            <a:r>
              <a:rPr lang="cs-CZ" sz="1800" dirty="0"/>
              <a:t> všechny násobky známých prvočísel, čímž nám nakonec zůstanou pouze prvočísla</a:t>
            </a:r>
            <a:endParaRPr lang="cs-CZ" sz="1800" b="1" dirty="0"/>
          </a:p>
          <a:p>
            <a:r>
              <a:rPr lang="cs-CZ" sz="1800" dirty="0"/>
              <a:t>Efektivnější druhy: 	1) </a:t>
            </a:r>
            <a:r>
              <a:rPr lang="cs-CZ" sz="1800" b="1" dirty="0"/>
              <a:t>Segmentované síto</a:t>
            </a:r>
            <a:r>
              <a:rPr lang="cs-CZ" sz="1800" dirty="0"/>
              <a:t> – vhodné pro extrémně velká čísla</a:t>
            </a:r>
          </a:p>
          <a:p>
            <a:pPr marL="0" indent="0">
              <a:buNone/>
            </a:pPr>
            <a:r>
              <a:rPr lang="cs-CZ" sz="1800" dirty="0"/>
              <a:t>			2) </a:t>
            </a:r>
            <a:r>
              <a:rPr lang="cs-CZ" sz="1800" b="1" dirty="0"/>
              <a:t>Lineární síto</a:t>
            </a:r>
            <a:r>
              <a:rPr lang="cs-CZ" sz="1800" dirty="0"/>
              <a:t> – optimalizované pro efektivní výpočet</a:t>
            </a:r>
          </a:p>
          <a:p>
            <a:r>
              <a:rPr lang="cs-CZ" sz="1800" b="1" dirty="0"/>
              <a:t>Časová složitost:</a:t>
            </a:r>
            <a:r>
              <a:rPr lang="cs-CZ" sz="1800" dirty="0"/>
              <a:t> O(n log </a:t>
            </a:r>
            <a:r>
              <a:rPr lang="cs-CZ" sz="1800" dirty="0" err="1"/>
              <a:t>log</a:t>
            </a:r>
            <a:r>
              <a:rPr lang="cs-CZ" sz="1800" dirty="0"/>
              <a:t> n) → </a:t>
            </a:r>
            <a:r>
              <a:rPr lang="cs-CZ" sz="1800" b="1" dirty="0"/>
              <a:t>Mnohem rychlejší než hrubá síla</a:t>
            </a:r>
          </a:p>
          <a:p>
            <a:r>
              <a:rPr lang="cs-CZ" sz="1600" b="1" dirty="0"/>
              <a:t>Paměťová složitost:</a:t>
            </a:r>
            <a:r>
              <a:rPr lang="cs-CZ" sz="1600" dirty="0"/>
              <a:t> O(n) → Musíme uložit seznam čísel</a:t>
            </a:r>
            <a:endParaRPr lang="cs-CZ" sz="1800" b="1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540219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13655AB-FD62-CD58-DE87-9F047B4EE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Princip</a:t>
            </a:r>
          </a:p>
        </p:txBody>
      </p:sp>
      <p:pic>
        <p:nvPicPr>
          <p:cNvPr id="5" name="Zástupný obsah 4">
            <a:extLst>
              <a:ext uri="{FF2B5EF4-FFF2-40B4-BE49-F238E27FC236}">
                <a16:creationId xmlns:a16="http://schemas.microsoft.com/office/drawing/2014/main" id="{F46D726C-A963-BD83-F3FB-657F414B9B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29634" y="2469602"/>
            <a:ext cx="8183117" cy="628738"/>
          </a:xfrm>
          <a:prstGeom prst="rect">
            <a:avLst/>
          </a:prstGeom>
        </p:spPr>
      </p:pic>
      <p:pic>
        <p:nvPicPr>
          <p:cNvPr id="6" name="Obrázek 5">
            <a:extLst>
              <a:ext uri="{FF2B5EF4-FFF2-40B4-BE49-F238E27FC236}">
                <a16:creationId xmlns:a16="http://schemas.microsoft.com/office/drawing/2014/main" id="{B2EBB778-654D-52B8-D5E3-46BEA4AA8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4101" y="3271457"/>
            <a:ext cx="8183117" cy="628737"/>
          </a:xfrm>
          <a:prstGeom prst="rect">
            <a:avLst/>
          </a:prstGeom>
        </p:spPr>
      </p:pic>
      <p:sp>
        <p:nvSpPr>
          <p:cNvPr id="7" name="TextovéPole 6">
            <a:extLst>
              <a:ext uri="{FF2B5EF4-FFF2-40B4-BE49-F238E27FC236}">
                <a16:creationId xmlns:a16="http://schemas.microsoft.com/office/drawing/2014/main" id="{AB4D0122-A8C4-62D9-DBFA-3C85A63050CB}"/>
              </a:ext>
            </a:extLst>
          </p:cNvPr>
          <p:cNvSpPr txBox="1"/>
          <p:nvPr/>
        </p:nvSpPr>
        <p:spPr>
          <a:xfrm>
            <a:off x="1012723" y="2599305"/>
            <a:ext cx="1691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/>
              <a:t>Původní pole</a:t>
            </a:r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1C6140C0-8E73-1012-5F85-775D04DA1120}"/>
              </a:ext>
            </a:extLst>
          </p:cNvPr>
          <p:cNvSpPr txBox="1"/>
          <p:nvPr/>
        </p:nvSpPr>
        <p:spPr>
          <a:xfrm>
            <a:off x="732994" y="3401160"/>
            <a:ext cx="2250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1. Vyškrtá násobky 2</a:t>
            </a:r>
          </a:p>
        </p:txBody>
      </p:sp>
      <p:pic>
        <p:nvPicPr>
          <p:cNvPr id="12" name="Obrázek 11">
            <a:extLst>
              <a:ext uri="{FF2B5EF4-FFF2-40B4-BE49-F238E27FC236}">
                <a16:creationId xmlns:a16="http://schemas.microsoft.com/office/drawing/2014/main" id="{CEF360FD-68C4-3285-3B2A-59AF0F0B58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633" y="4053858"/>
            <a:ext cx="8177585" cy="628737"/>
          </a:xfrm>
          <a:prstGeom prst="rect">
            <a:avLst/>
          </a:prstGeom>
        </p:spPr>
      </p:pic>
      <p:sp>
        <p:nvSpPr>
          <p:cNvPr id="19" name="TextovéPole 18">
            <a:extLst>
              <a:ext uri="{FF2B5EF4-FFF2-40B4-BE49-F238E27FC236}">
                <a16:creationId xmlns:a16="http://schemas.microsoft.com/office/drawing/2014/main" id="{C7A6ED07-8373-BA30-AFBD-071FEDB2B884}"/>
              </a:ext>
            </a:extLst>
          </p:cNvPr>
          <p:cNvSpPr txBox="1"/>
          <p:nvPr/>
        </p:nvSpPr>
        <p:spPr>
          <a:xfrm>
            <a:off x="732993" y="4171028"/>
            <a:ext cx="2250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2. Vyškrtá násobky 3</a:t>
            </a:r>
          </a:p>
        </p:txBody>
      </p:sp>
      <p:pic>
        <p:nvPicPr>
          <p:cNvPr id="21" name="Obrázek 20">
            <a:extLst>
              <a:ext uri="{FF2B5EF4-FFF2-40B4-BE49-F238E27FC236}">
                <a16:creationId xmlns:a16="http://schemas.microsoft.com/office/drawing/2014/main" id="{1EAD759C-C425-CB48-2B46-A20EB61DA8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4101" y="4836261"/>
            <a:ext cx="8183117" cy="562053"/>
          </a:xfrm>
          <a:prstGeom prst="rect">
            <a:avLst/>
          </a:prstGeom>
        </p:spPr>
      </p:pic>
      <p:sp>
        <p:nvSpPr>
          <p:cNvPr id="26" name="TextovéPole 25">
            <a:extLst>
              <a:ext uri="{FF2B5EF4-FFF2-40B4-BE49-F238E27FC236}">
                <a16:creationId xmlns:a16="http://schemas.microsoft.com/office/drawing/2014/main" id="{B0FBD721-41ED-4392-6F3D-F89A099198EC}"/>
              </a:ext>
            </a:extLst>
          </p:cNvPr>
          <p:cNvSpPr txBox="1"/>
          <p:nvPr/>
        </p:nvSpPr>
        <p:spPr>
          <a:xfrm>
            <a:off x="732992" y="4932621"/>
            <a:ext cx="2250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3. Vyškrtá násobky 5</a:t>
            </a:r>
          </a:p>
        </p:txBody>
      </p:sp>
      <p:pic>
        <p:nvPicPr>
          <p:cNvPr id="28" name="Obrázek 27">
            <a:extLst>
              <a:ext uri="{FF2B5EF4-FFF2-40B4-BE49-F238E27FC236}">
                <a16:creationId xmlns:a16="http://schemas.microsoft.com/office/drawing/2014/main" id="{0B6DB995-7F9E-BD74-F4CD-84CFA4D3F8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4101" y="5655042"/>
            <a:ext cx="3486637" cy="609685"/>
          </a:xfrm>
          <a:prstGeom prst="rect">
            <a:avLst/>
          </a:prstGeom>
        </p:spPr>
      </p:pic>
      <p:sp>
        <p:nvSpPr>
          <p:cNvPr id="29" name="TextovéPole 28">
            <a:extLst>
              <a:ext uri="{FF2B5EF4-FFF2-40B4-BE49-F238E27FC236}">
                <a16:creationId xmlns:a16="http://schemas.microsoft.com/office/drawing/2014/main" id="{53C19F5B-6DDA-9E82-2640-2CCE2D6676BC}"/>
              </a:ext>
            </a:extLst>
          </p:cNvPr>
          <p:cNvSpPr txBox="1"/>
          <p:nvPr/>
        </p:nvSpPr>
        <p:spPr>
          <a:xfrm>
            <a:off x="732992" y="5655042"/>
            <a:ext cx="2250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/>
              <a:t>Výsledné pole</a:t>
            </a:r>
          </a:p>
        </p:txBody>
      </p:sp>
    </p:spTree>
    <p:extLst>
      <p:ext uri="{BB962C8B-B14F-4D97-AF65-F5344CB8AC3E}">
        <p14:creationId xmlns:p14="http://schemas.microsoft.com/office/powerpoint/2010/main" val="1218008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978D93-ECDF-8F56-ED4F-EAAAFF1F7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D89F5CC-F05D-F245-0437-D14CEAF85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Nadpis 6">
            <a:extLst>
              <a:ext uri="{FF2B5EF4-FFF2-40B4-BE49-F238E27FC236}">
                <a16:creationId xmlns:a16="http://schemas.microsoft.com/office/drawing/2014/main" id="{E10250F2-4B5D-F620-42A5-EF4758B31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996694" cy="1097280"/>
          </a:xfrm>
        </p:spPr>
        <p:txBody>
          <a:bodyPr>
            <a:normAutofit/>
          </a:bodyPr>
          <a:lstStyle/>
          <a:p>
            <a:r>
              <a:rPr lang="cs-CZ" dirty="0"/>
              <a:t>Příklad</a:t>
            </a:r>
          </a:p>
        </p:txBody>
      </p:sp>
      <p:sp>
        <p:nvSpPr>
          <p:cNvPr id="8" name="Zástupný obsah 7">
            <a:extLst>
              <a:ext uri="{FF2B5EF4-FFF2-40B4-BE49-F238E27FC236}">
                <a16:creationId xmlns:a16="http://schemas.microsoft.com/office/drawing/2014/main" id="{D535EC7C-364A-195F-912F-3AA797AB3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737860" cy="3666980"/>
          </a:xfrm>
        </p:spPr>
        <p:txBody>
          <a:bodyPr>
            <a:normAutofit/>
          </a:bodyPr>
          <a:lstStyle/>
          <a:p>
            <a:r>
              <a:rPr lang="cs-CZ" sz="1800" dirty="0"/>
              <a:t>Vytvoříme pole a hodnoty nastavíme na </a:t>
            </a:r>
            <a:r>
              <a:rPr lang="cs-CZ" sz="1800" b="1" dirty="0"/>
              <a:t>TRUE</a:t>
            </a:r>
          </a:p>
          <a:p>
            <a:r>
              <a:rPr lang="cs-CZ" sz="1800" dirty="0"/>
              <a:t>Prochází čísla od 2 do horní meze</a:t>
            </a:r>
          </a:p>
          <a:p>
            <a:r>
              <a:rPr lang="cs-CZ" sz="1800" dirty="0"/>
              <a:t>Pokud pole[i] = </a:t>
            </a:r>
            <a:r>
              <a:rPr lang="cs-CZ" sz="1800" b="1" dirty="0"/>
              <a:t>TRUE</a:t>
            </a:r>
            <a:r>
              <a:rPr lang="cs-CZ" sz="1800" dirty="0"/>
              <a:t>, vypíše to číslo</a:t>
            </a:r>
          </a:p>
          <a:p>
            <a:r>
              <a:rPr lang="cs-CZ" sz="1800" dirty="0"/>
              <a:t>Vyškrtáme násobky čísla a nastavíme hodnotu </a:t>
            </a:r>
            <a:r>
              <a:rPr lang="cs-CZ" sz="1800" b="1" dirty="0"/>
              <a:t>FALSE</a:t>
            </a:r>
            <a:r>
              <a:rPr lang="cs-CZ" sz="1800" dirty="0"/>
              <a:t>, protože jsou složená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A056D5D-5921-FCFC-6822-1CFE5060C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ázek 5">
            <a:extLst>
              <a:ext uri="{FF2B5EF4-FFF2-40B4-BE49-F238E27FC236}">
                <a16:creationId xmlns:a16="http://schemas.microsoft.com/office/drawing/2014/main" id="{FD2099A6-EC89-9486-4E60-DB1AC7593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5179" y="1916052"/>
            <a:ext cx="4375829" cy="438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293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F1D239-6DF0-647B-1E0B-0056DCA01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2880360"/>
            <a:ext cx="10890929" cy="1097280"/>
          </a:xfrm>
        </p:spPr>
        <p:txBody>
          <a:bodyPr/>
          <a:lstStyle/>
          <a:p>
            <a:pPr algn="ctr"/>
            <a:r>
              <a:rPr lang="cs-CZ" dirty="0"/>
              <a:t>DĚKUJI ZA POZORNOST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3D model 2" descr="Smiling Face With Smiling Eyes Emoji">
                <a:extLst>
                  <a:ext uri="{FF2B5EF4-FFF2-40B4-BE49-F238E27FC236}">
                    <a16:creationId xmlns:a16="http://schemas.microsoft.com/office/drawing/2014/main" id="{EB9C3C69-1C5F-1116-13C6-BBA53835890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5968528"/>
                  </p:ext>
                </p:extLst>
              </p:nvPr>
            </p:nvGraphicFramePr>
            <p:xfrm>
              <a:off x="8874085" y="297898"/>
              <a:ext cx="2978228" cy="2978227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978228" cy="2978227"/>
                    </a:xfrm>
                    <a:prstGeom prst="rect">
                      <a:avLst/>
                    </a:prstGeom>
                  </am3d:spPr>
                  <am3d:camera>
                    <am3d:pos x="0" y="0" z="8135858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5044" d="1000000"/>
                    <am3d:preTrans dx="3" dy="-17963324" dz="-36663"/>
                    <am3d:scale>
                      <am3d:sx n="1000000" d="1000000"/>
                      <am3d:sy n="1000000" d="1000000"/>
                      <am3d:sz n="1000000" d="1000000"/>
                    </am3d:scale>
                    <am3d:rot ax="672870" ay="-739410" az="-145384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529991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3D model 2" descr="Smiling Face With Smiling Eyes Emoji">
                <a:extLst>
                  <a:ext uri="{FF2B5EF4-FFF2-40B4-BE49-F238E27FC236}">
                    <a16:creationId xmlns:a16="http://schemas.microsoft.com/office/drawing/2014/main" id="{EB9C3C69-1C5F-1116-13C6-BBA53835890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74085" y="297898"/>
                <a:ext cx="2978228" cy="29782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 model 3" descr="Woozy Face Emoji">
                <a:extLst>
                  <a:ext uri="{FF2B5EF4-FFF2-40B4-BE49-F238E27FC236}">
                    <a16:creationId xmlns:a16="http://schemas.microsoft.com/office/drawing/2014/main" id="{AF341ACB-C20B-2EA8-B9DD-948E270CDB3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0136112"/>
                  </p:ext>
                </p:extLst>
              </p:nvPr>
            </p:nvGraphicFramePr>
            <p:xfrm>
              <a:off x="339686" y="3572521"/>
              <a:ext cx="2987582" cy="2987581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2987582" cy="2987581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5238" d="1000000"/>
                    <am3d:preTrans dx="3" dy="-17999991" dz="3"/>
                    <am3d:scale>
                      <am3d:sx n="1000000" d="1000000"/>
                      <am3d:sy n="1000000" d="1000000"/>
                      <am3d:sz n="1000000" d="1000000"/>
                    </am3d:scale>
                    <am3d:rot ax="-473340" ay="1126066" az="-153154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530914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 model 3" descr="Woozy Face Emoji">
                <a:extLst>
                  <a:ext uri="{FF2B5EF4-FFF2-40B4-BE49-F238E27FC236}">
                    <a16:creationId xmlns:a16="http://schemas.microsoft.com/office/drawing/2014/main" id="{AF341ACB-C20B-2EA8-B9DD-948E270CDB3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9686" y="3572521"/>
                <a:ext cx="2987582" cy="298758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46908993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066FEEE5F48AD4681024082CD4E6082" ma:contentTypeVersion="11" ma:contentTypeDescription="Vytvoří nový dokument" ma:contentTypeScope="" ma:versionID="6021c7b32f80356c74d63ee04b326413">
  <xsd:schema xmlns:xsd="http://www.w3.org/2001/XMLSchema" xmlns:xs="http://www.w3.org/2001/XMLSchema" xmlns:p="http://schemas.microsoft.com/office/2006/metadata/properties" xmlns:ns2="56f66b51-0c61-4da8-9d6e-b8db00b12de2" xmlns:ns3="084efd27-671c-4a3e-a1f9-193c3664239c" targetNamespace="http://schemas.microsoft.com/office/2006/metadata/properties" ma:root="true" ma:fieldsID="894ec311cd56890784da74c65925d942" ns2:_="" ns3:_="">
    <xsd:import namespace="56f66b51-0c61-4da8-9d6e-b8db00b12de2"/>
    <xsd:import namespace="084efd27-671c-4a3e-a1f9-193c3664239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f66b51-0c61-4da8-9d6e-b8db00b12d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ee6bece5-3ec7-48c6-a3a0-b2b5d8be67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4efd27-671c-4a3e-a1f9-193c3664239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39bef40-6bc0-44a3-b004-108519b05bb9}" ma:internalName="TaxCatchAll" ma:showField="CatchAllData" ma:web="084efd27-671c-4a3e-a1f9-193c3664239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6f66b51-0c61-4da8-9d6e-b8db00b12de2">
      <Terms xmlns="http://schemas.microsoft.com/office/infopath/2007/PartnerControls"/>
    </lcf76f155ced4ddcb4097134ff3c332f>
    <TaxCatchAll xmlns="084efd27-671c-4a3e-a1f9-193c3664239c" xsi:nil="true"/>
  </documentManagement>
</p:properties>
</file>

<file path=customXml/itemProps1.xml><?xml version="1.0" encoding="utf-8"?>
<ds:datastoreItem xmlns:ds="http://schemas.openxmlformats.org/officeDocument/2006/customXml" ds:itemID="{06CE832C-5C4F-4127-B71A-885F0C8600E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0321DA9-3692-4902-9ADD-1F3D13F57854}"/>
</file>

<file path=customXml/itemProps3.xml><?xml version="1.0" encoding="utf-8"?>
<ds:datastoreItem xmlns:ds="http://schemas.openxmlformats.org/officeDocument/2006/customXml" ds:itemID="{A36EED01-A6C4-4C58-B75F-3C6F9C19C6D9}">
  <ds:schemaRefs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0f7faed9-0324-40e7-a950-0e62ac8d8ee4"/>
    <ds:schemaRef ds:uri="5ee35478-c7a5-452a-bef2-97afae2d9d5d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624</Words>
  <Application>Microsoft Office PowerPoint</Application>
  <PresentationFormat>Širokoúhlá obrazovka</PresentationFormat>
  <Paragraphs>60</Paragraphs>
  <Slides>11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11</vt:i4>
      </vt:variant>
    </vt:vector>
  </HeadingPairs>
  <TitlesOfParts>
    <vt:vector size="14" baseType="lpstr">
      <vt:lpstr>Arial</vt:lpstr>
      <vt:lpstr>Grandview Display</vt:lpstr>
      <vt:lpstr>DashVTI</vt:lpstr>
      <vt:lpstr>Prvočíselnost a její testování</vt:lpstr>
      <vt:lpstr>Co je to prvočíslo ?</vt:lpstr>
      <vt:lpstr>Prvočíselný rozklad</vt:lpstr>
      <vt:lpstr>Princip</vt:lpstr>
      <vt:lpstr>Eukleidův algoritmus</vt:lpstr>
      <vt:lpstr>Test pomocí hrubé síly</vt:lpstr>
      <vt:lpstr>Příklad</vt:lpstr>
      <vt:lpstr>Eratosthenovo síto</vt:lpstr>
      <vt:lpstr>Princip</vt:lpstr>
      <vt:lpstr>Příklad</vt:lpstr>
      <vt:lpstr>DĚKUJI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Mikyska Petr</dc:creator>
  <cp:lastModifiedBy>Mikyska Petr</cp:lastModifiedBy>
  <cp:revision>1</cp:revision>
  <dcterms:created xsi:type="dcterms:W3CDTF">2025-03-08T14:11:46Z</dcterms:created>
  <dcterms:modified xsi:type="dcterms:W3CDTF">2025-03-11T17:05:22Z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0x0101001066FEEE5F48AD4681024082CD4E6082</vt:lpwstr>
  </property>
</Properties>
</file>