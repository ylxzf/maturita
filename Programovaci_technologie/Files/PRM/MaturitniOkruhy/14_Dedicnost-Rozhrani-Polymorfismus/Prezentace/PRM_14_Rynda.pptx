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network.cz/java/oop/java-tutorial-interface-rozhrani" TargetMode="External"/><Relationship Id="rId2" Type="http://schemas.openxmlformats.org/officeDocument/2006/relationships/hyperlink" Target="https://www.itnetwork.cz/java/oop/java-tutorial-dedicnost-a-polymorfismu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403DB4-39C8-BF1A-2767-1A0ED97CA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Dědičnost, Rozhraní, Polymorfismus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65D624B-2AFE-26AA-10B7-51AA7AF165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Patrik Rynda</a:t>
            </a:r>
          </a:p>
          <a:p>
            <a:r>
              <a:rPr lang="cs-CZ" dirty="0"/>
              <a:t>4ita</a:t>
            </a:r>
          </a:p>
          <a:p>
            <a:r>
              <a:rPr lang="cs-CZ" dirty="0"/>
              <a:t>07.03.2023</a:t>
            </a:r>
          </a:p>
          <a:p>
            <a:r>
              <a:rPr lang="cs-CZ" dirty="0" err="1">
                <a:solidFill>
                  <a:schemeClr val="bg2"/>
                </a:solidFill>
              </a:rPr>
              <a:t>Hable</a:t>
            </a:r>
            <a:r>
              <a:rPr lang="cs-CZ" dirty="0">
                <a:solidFill>
                  <a:schemeClr val="bg2"/>
                </a:solidFill>
              </a:rPr>
              <a:t> &lt;3 C#</a:t>
            </a:r>
          </a:p>
        </p:txBody>
      </p:sp>
    </p:spTree>
    <p:extLst>
      <p:ext uri="{BB962C8B-B14F-4D97-AF65-F5344CB8AC3E}">
        <p14:creationId xmlns:p14="http://schemas.microsoft.com/office/powerpoint/2010/main" val="2609558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A18D52-AB14-9FA9-474B-CB1AF383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Dědičnost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350989-344F-2C30-9B99-52AEE60AB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Dědičnost je jedna ze základních vlastností OOP a slouží k tvoření nových datových struktur na základě starých.</a:t>
            </a:r>
          </a:p>
          <a:p>
            <a:r>
              <a:rPr lang="cs-CZ" dirty="0"/>
              <a:t>U</a:t>
            </a:r>
            <a:r>
              <a:rPr lang="cs-CZ" b="0" i="0" dirty="0">
                <a:effectLst/>
              </a:rPr>
              <a:t>možňuje nám vytvářet hierarchie tříd, ve kterých můžeme o libovolném uzlu říct, že je speciálním případem libovolného ze svých předků.</a:t>
            </a:r>
          </a:p>
          <a:p>
            <a:r>
              <a:rPr lang="cs-CZ" sz="1800" dirty="0">
                <a:ea typeface="Calibri" panose="020F0502020204030204" pitchFamily="34" charset="0"/>
                <a:cs typeface="Times New Roman" panose="02020603050405020304" pitchFamily="18" charset="0"/>
              </a:rPr>
              <a:t>Diamantový efekt</a:t>
            </a:r>
            <a:endParaRPr lang="cs-CZ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72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8CE6A8-46A9-C912-A40D-3298B762B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609600"/>
            <a:ext cx="4995334" cy="5181601"/>
          </a:xfrm>
        </p:spPr>
        <p:txBody>
          <a:bodyPr/>
          <a:lstStyle/>
          <a:p>
            <a:r>
              <a:rPr lang="cs-CZ" dirty="0"/>
              <a:t>Příklad ZOO</a:t>
            </a:r>
          </a:p>
          <a:p>
            <a:r>
              <a:rPr lang="cs-CZ" dirty="0"/>
              <a:t>Dva typy uživatelů: uživatel a administrátor</a:t>
            </a:r>
          </a:p>
          <a:p>
            <a:r>
              <a:rPr lang="cs-CZ" dirty="0"/>
              <a:t>Uživatel může upravit údaje o zvířatech</a:t>
            </a:r>
          </a:p>
          <a:p>
            <a:r>
              <a:rPr lang="cs-CZ" dirty="0"/>
              <a:t>Administrátor může upravit údaje o zvířatech a navíc zvířata přidávat a mazat v databázi</a:t>
            </a:r>
          </a:p>
          <a:p>
            <a:r>
              <a:rPr lang="cs-CZ" dirty="0"/>
              <a:t>V atributu bude mít navíc telefonní číslo, aby ho bylo možné kontaktovat v případě výpadku systému.</a:t>
            </a:r>
          </a:p>
          <a:p>
            <a:r>
              <a:rPr lang="cs-CZ" dirty="0"/>
              <a:t>Oba objekty jistě budou mít společné atributy jako například jméno, příjmení, věk atd.</a:t>
            </a:r>
            <a:br>
              <a:rPr lang="cs-CZ" dirty="0"/>
            </a:br>
            <a:endParaRPr lang="cs-CZ" dirty="0"/>
          </a:p>
        </p:txBody>
      </p:sp>
      <p:pic>
        <p:nvPicPr>
          <p:cNvPr id="9" name="Zástupný obsah 10">
            <a:extLst>
              <a:ext uri="{FF2B5EF4-FFF2-40B4-BE49-F238E27FC236}">
                <a16:creationId xmlns:a16="http://schemas.microsoft.com/office/drawing/2014/main" id="{69B4FDD3-BCB0-DBF9-3F36-9A1BF27D75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4528" y="2289735"/>
            <a:ext cx="3629532" cy="3353268"/>
          </a:xfrm>
        </p:spPr>
      </p:pic>
    </p:spTree>
    <p:extLst>
      <p:ext uri="{BB962C8B-B14F-4D97-AF65-F5344CB8AC3E}">
        <p14:creationId xmlns:p14="http://schemas.microsoft.com/office/powerpoint/2010/main" val="187273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obsah 18">
            <a:extLst>
              <a:ext uri="{FF2B5EF4-FFF2-40B4-BE49-F238E27FC236}">
                <a16:creationId xmlns:a16="http://schemas.microsoft.com/office/drawing/2014/main" id="{3B0A4AD8-5BCF-4D0A-9F0E-B08058FAE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609600"/>
            <a:ext cx="4995334" cy="5181601"/>
          </a:xfrm>
        </p:spPr>
        <p:txBody>
          <a:bodyPr/>
          <a:lstStyle/>
          <a:p>
            <a:r>
              <a:rPr lang="cs-CZ" dirty="0"/>
              <a:t>Třída má spoustu redundantního (duplikovaného) kódu. Jakékoli změny musíme nyní provádět v obou třídách, kód se nám velmi komplikuje. Nyní použijeme dědičnost, definujeme tedy třídu </a:t>
            </a:r>
            <a:r>
              <a:rPr lang="cs-CZ" dirty="0" err="1"/>
              <a:t>Administrator</a:t>
            </a:r>
            <a:r>
              <a:rPr lang="cs-CZ" dirty="0"/>
              <a:t> tak, aby z třídy </a:t>
            </a:r>
            <a:r>
              <a:rPr lang="cs-CZ" dirty="0" err="1"/>
              <a:t>Uzivatel</a:t>
            </a:r>
            <a:r>
              <a:rPr lang="cs-CZ" dirty="0"/>
              <a:t> dědila. Atributy a metody uživatele tedy již nemusíme znovu definovat, Java nám je do třídy sám dodá: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31" name="Obrázek 30">
            <a:extLst>
              <a:ext uri="{FF2B5EF4-FFF2-40B4-BE49-F238E27FC236}">
                <a16:creationId xmlns:a16="http://schemas.microsoft.com/office/drawing/2014/main" id="{F6DDE4B4-E200-A586-4FCC-F6231DD1C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545" y="3200399"/>
            <a:ext cx="3381847" cy="2495898"/>
          </a:xfrm>
          <a:prstGeom prst="rect">
            <a:avLst/>
          </a:prstGeom>
        </p:spPr>
      </p:pic>
      <p:sp>
        <p:nvSpPr>
          <p:cNvPr id="33" name="Zástupný obsah 32">
            <a:extLst>
              <a:ext uri="{FF2B5EF4-FFF2-40B4-BE49-F238E27FC236}">
                <a16:creationId xmlns:a16="http://schemas.microsoft.com/office/drawing/2014/main" id="{D7A7E60B-3BA9-57E8-FD7F-585EC66F6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5" y="609601"/>
            <a:ext cx="4995332" cy="5181600"/>
          </a:xfrm>
        </p:spPr>
        <p:txBody>
          <a:bodyPr/>
          <a:lstStyle/>
          <a:p>
            <a:r>
              <a:rPr lang="cs-CZ" dirty="0"/>
              <a:t>Bez použití dědičnosti: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34" name="Zástupný obsah 24">
            <a:extLst>
              <a:ext uri="{FF2B5EF4-FFF2-40B4-BE49-F238E27FC236}">
                <a16:creationId xmlns:a16="http://schemas.microsoft.com/office/drawing/2014/main" id="{372325B7-43B5-79E4-F197-2B6345DAA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866" y="1047417"/>
            <a:ext cx="3581900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5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607A0B-4CEB-7758-CC88-445B4210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Rozhraní (Interface)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84DD38-3BA3-32C5-A60B-54E8BF67A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Konstrukce (stejnak jako třída) předpis hlaviček metod</a:t>
            </a:r>
          </a:p>
          <a:p>
            <a:r>
              <a:rPr lang="cs-CZ" dirty="0"/>
              <a:t>Neobsahuje kód</a:t>
            </a:r>
          </a:p>
          <a:p>
            <a:r>
              <a:rPr lang="cs-CZ" dirty="0"/>
              <a:t>Prostředek komunikace, předepisuje třídě konkrétní metody -&gt; zjednodušení složitého objektu</a:t>
            </a:r>
          </a:p>
          <a:p>
            <a:r>
              <a:rPr lang="cs-CZ" dirty="0"/>
              <a:t>Nedědí se, implementují se</a:t>
            </a:r>
          </a:p>
          <a:p>
            <a:r>
              <a:rPr lang="cs-CZ" dirty="0"/>
              <a:t>Třída, která implementuje rozhraní se zavazuje dopsání té metody</a:t>
            </a:r>
          </a:p>
          <a:p>
            <a:r>
              <a:rPr lang="cs-CZ" dirty="0"/>
              <a:t>Interface předepíše(bez těla), třída musí rozepsat</a:t>
            </a:r>
          </a:p>
        </p:txBody>
      </p:sp>
    </p:spTree>
    <p:extLst>
      <p:ext uri="{BB962C8B-B14F-4D97-AF65-F5344CB8AC3E}">
        <p14:creationId xmlns:p14="http://schemas.microsoft.com/office/powerpoint/2010/main" val="44460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9822F8-03A6-B750-6A1A-6A481719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Polymorfismus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3EF64B-FA80-6AF8-9A6D-1D12C25A06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Umožňuje používat jednotné rozhraní pro práci s různými typy objektů.</a:t>
            </a:r>
          </a:p>
          <a:p>
            <a:r>
              <a:rPr lang="cs-CZ" dirty="0"/>
              <a:t>Metoda nebo metody, které mají všichni potomci definované se stejnou hlavičkou, ale jiným tělem.</a:t>
            </a:r>
          </a:p>
          <a:p>
            <a:r>
              <a:rPr lang="cs-CZ" dirty="0"/>
              <a:t>Zavoláme metodu </a:t>
            </a:r>
            <a:r>
              <a:rPr lang="cs-CZ" dirty="0" err="1"/>
              <a:t>speak</a:t>
            </a:r>
            <a:r>
              <a:rPr lang="cs-CZ" dirty="0"/>
              <a:t>(), ale každý ji vykoná po svém</a:t>
            </a:r>
          </a:p>
          <a:p>
            <a:endParaRPr lang="cs-CZ" dirty="0"/>
          </a:p>
        </p:txBody>
      </p:sp>
      <p:pic>
        <p:nvPicPr>
          <p:cNvPr id="7" name="Zástupný obsah 6">
            <a:extLst>
              <a:ext uri="{FF2B5EF4-FFF2-40B4-BE49-F238E27FC236}">
                <a16:creationId xmlns:a16="http://schemas.microsoft.com/office/drawing/2014/main" id="{DF342DA9-0F43-D15C-383A-9B5F4341EA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40040" y="2532470"/>
            <a:ext cx="3881078" cy="286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25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EF8845-CA01-38E0-36AF-4421178AA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75F2C1-D442-07C8-FFE6-35128AC09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https://www.itnetwork.cz/java/oop/java-tutorial-dedicnost-a-polymorfismus</a:t>
            </a:r>
            <a:endParaRPr lang="cs-CZ" dirty="0"/>
          </a:p>
          <a:p>
            <a:r>
              <a:rPr lang="cs-CZ" dirty="0">
                <a:hlinkClick r:id="rId3"/>
              </a:rPr>
              <a:t>https://www.itnetwork.cz/java/oop/java-tutorial-interface-rozhrani</a:t>
            </a:r>
            <a:endParaRPr lang="cs-CZ" dirty="0"/>
          </a:p>
          <a:p>
            <a:r>
              <a:rPr lang="cs-CZ" dirty="0"/>
              <a:t>Denis </a:t>
            </a:r>
            <a:r>
              <a:rPr lang="cs-CZ" dirty="0" err="1"/>
              <a:t>Hable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43664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b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3897C94-0D02-4E53-94E4-6257D402768B}"/>
</file>

<file path=customXml/itemProps2.xml><?xml version="1.0" encoding="utf-8"?>
<ds:datastoreItem xmlns:ds="http://schemas.openxmlformats.org/officeDocument/2006/customXml" ds:itemID="{BF3BD720-C8DD-427F-A798-B062C5A30D87}"/>
</file>

<file path=customXml/itemProps3.xml><?xml version="1.0" encoding="utf-8"?>
<ds:datastoreItem xmlns:ds="http://schemas.openxmlformats.org/officeDocument/2006/customXml" ds:itemID="{AFFDC91E-9A95-4D86-A01A-EA195D8EBE43}"/>
</file>

<file path=docProps/app.xml><?xml version="1.0" encoding="utf-8"?>
<Properties xmlns="http://schemas.openxmlformats.org/officeDocument/2006/extended-properties" xmlns:vt="http://schemas.openxmlformats.org/officeDocument/2006/docPropsVTypes">
  <Template>{4CEA074C-FA80-45A1-BE8B-88573F2569DB}tf03457452</Template>
  <TotalTime>72</TotalTime>
  <Words>303</Words>
  <Application>Microsoft Office PowerPoint</Application>
  <PresentationFormat>Širokoúhlá obrazovka</PresentationFormat>
  <Paragraphs>47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Nebe</vt:lpstr>
      <vt:lpstr>Dědičnost, Rozhraní, Polymorfismus</vt:lpstr>
      <vt:lpstr>Dědičnost</vt:lpstr>
      <vt:lpstr>Prezentace aplikace PowerPoint</vt:lpstr>
      <vt:lpstr>Prezentace aplikace PowerPoint</vt:lpstr>
      <vt:lpstr>Rozhraní (Interface)</vt:lpstr>
      <vt:lpstr>Polymorfismus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Dědičnost, Rozhraní, Polymorfismus</dc:title>
  <dc:creator>Patrik</dc:creator>
  <cp:lastModifiedBy>Patrik</cp:lastModifiedBy>
  <cp:revision>41</cp:revision>
  <dcterms:created xsi:type="dcterms:W3CDTF">2023-03-07T17:08:07Z</dcterms:created>
  <dcterms:modified xsi:type="dcterms:W3CDTF">2023-03-09T20:14:28Z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