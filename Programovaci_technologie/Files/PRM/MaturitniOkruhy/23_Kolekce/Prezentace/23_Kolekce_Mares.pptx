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4" r:id="rId4"/>
    <p:sldId id="265" r:id="rId5"/>
    <p:sldId id="260" r:id="rId6"/>
    <p:sldId id="258" r:id="rId7"/>
    <p:sldId id="259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3"/>
    <p:restoredTop sz="94684"/>
  </p:normalViewPr>
  <p:slideViewPr>
    <p:cSldViewPr snapToGrid="0">
      <p:cViewPr varScale="1">
        <p:scale>
          <a:sx n="157" d="100"/>
          <a:sy n="157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C273B-F8C2-634A-A85F-1FD3D8947E25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5AB887-9E73-E540-827B-9BA2FD70B7BC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48455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3) </a:t>
            </a:r>
            <a:r>
              <a:rPr lang="en-GB" dirty="0" err="1"/>
              <a:t>usnadňují</a:t>
            </a:r>
            <a:r>
              <a:rPr lang="en-GB" dirty="0"/>
              <a:t> </a:t>
            </a:r>
            <a:r>
              <a:rPr lang="en-GB" dirty="0" err="1"/>
              <a:t>uložení</a:t>
            </a:r>
            <a:r>
              <a:rPr lang="en-GB" dirty="0"/>
              <a:t> a </a:t>
            </a:r>
            <a:r>
              <a:rPr lang="en-GB" dirty="0" err="1"/>
              <a:t>práci</a:t>
            </a:r>
            <a:r>
              <a:rPr lang="en-GB" dirty="0"/>
              <a:t> s </a:t>
            </a:r>
            <a:r>
              <a:rPr lang="en-GB" dirty="0" err="1"/>
              <a:t>velkými</a:t>
            </a:r>
            <a:r>
              <a:rPr lang="en-GB" dirty="0"/>
              <a:t> </a:t>
            </a:r>
            <a:r>
              <a:rPr lang="en-GB" dirty="0" err="1"/>
              <a:t>množstvími</a:t>
            </a:r>
            <a:r>
              <a:rPr lang="en-GB" dirty="0"/>
              <a:t> </a:t>
            </a:r>
            <a:r>
              <a:rPr lang="en-GB" dirty="0" err="1"/>
              <a:t>dat</a:t>
            </a:r>
            <a:endParaRPr lang="en-GB" dirty="0"/>
          </a:p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AB887-9E73-E540-827B-9BA2FD70B7BC}" type="slidenum">
              <a:rPr lang="en-CZ" smtClean="0"/>
              <a:t>2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95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třídy</a:t>
            </a:r>
            <a:r>
              <a:rPr lang="en-GB" dirty="0"/>
              <a:t>, </a:t>
            </a:r>
            <a:r>
              <a:rPr lang="en-GB" dirty="0" err="1"/>
              <a:t>které</a:t>
            </a:r>
            <a:r>
              <a:rPr lang="en-GB" dirty="0"/>
              <a:t> </a:t>
            </a:r>
            <a:r>
              <a:rPr lang="en-GB" b="1" dirty="0" err="1"/>
              <a:t>obalují</a:t>
            </a:r>
            <a:r>
              <a:rPr lang="en-GB" b="1" dirty="0"/>
              <a:t> </a:t>
            </a:r>
            <a:r>
              <a:rPr lang="en-GB" b="1" dirty="0" err="1"/>
              <a:t>primitivní</a:t>
            </a:r>
            <a:r>
              <a:rPr lang="en-GB" b="1" dirty="0"/>
              <a:t> </a:t>
            </a:r>
            <a:r>
              <a:rPr lang="en-GB" b="1" dirty="0" err="1"/>
              <a:t>datové</a:t>
            </a:r>
            <a:r>
              <a:rPr lang="en-GB" b="1" dirty="0"/>
              <a:t> </a:t>
            </a:r>
            <a:r>
              <a:rPr lang="en-GB" b="1" dirty="0" err="1"/>
              <a:t>typy</a:t>
            </a:r>
            <a:r>
              <a:rPr lang="en-GB" dirty="0"/>
              <a:t> (</a:t>
            </a:r>
            <a:r>
              <a:rPr lang="en-GB" dirty="0" err="1"/>
              <a:t>např</a:t>
            </a:r>
            <a:r>
              <a:rPr lang="en-GB" dirty="0"/>
              <a:t>. int, double, char) do </a:t>
            </a:r>
            <a:r>
              <a:rPr lang="en-GB" b="1" dirty="0" err="1"/>
              <a:t>objektů</a:t>
            </a:r>
            <a:r>
              <a:rPr lang="en-GB" dirty="0"/>
              <a:t>. </a:t>
            </a:r>
            <a:r>
              <a:rPr lang="en-GB" dirty="0" err="1"/>
              <a:t>Používají</a:t>
            </a:r>
            <a:r>
              <a:rPr lang="en-GB" dirty="0"/>
              <a:t> se </a:t>
            </a:r>
            <a:r>
              <a:rPr lang="en-GB" dirty="0" err="1"/>
              <a:t>například</a:t>
            </a:r>
            <a:r>
              <a:rPr lang="en-GB" dirty="0"/>
              <a:t> v </a:t>
            </a:r>
            <a:r>
              <a:rPr lang="en-GB" dirty="0" err="1"/>
              <a:t>kolekcích</a:t>
            </a:r>
            <a:r>
              <a:rPr lang="en-GB" dirty="0"/>
              <a:t>, </a:t>
            </a:r>
            <a:r>
              <a:rPr lang="en-GB" dirty="0" err="1"/>
              <a:t>protože</a:t>
            </a:r>
            <a:r>
              <a:rPr lang="en-GB" dirty="0"/>
              <a:t> </a:t>
            </a:r>
            <a:r>
              <a:rPr lang="en-GB" b="1" dirty="0" err="1"/>
              <a:t>kolekce</a:t>
            </a:r>
            <a:r>
              <a:rPr lang="en-GB" b="1" dirty="0"/>
              <a:t> v </a:t>
            </a:r>
            <a:r>
              <a:rPr lang="en-GB" b="1" dirty="0" err="1"/>
              <a:t>Javě</a:t>
            </a:r>
            <a:r>
              <a:rPr lang="en-GB" b="1" dirty="0"/>
              <a:t> </a:t>
            </a:r>
            <a:r>
              <a:rPr lang="en-GB" b="1" dirty="0" err="1"/>
              <a:t>nemohou</a:t>
            </a:r>
            <a:r>
              <a:rPr lang="en-GB" b="1" dirty="0"/>
              <a:t> </a:t>
            </a:r>
            <a:r>
              <a:rPr lang="en-GB" b="1" dirty="0" err="1"/>
              <a:t>pracovat</a:t>
            </a:r>
            <a:r>
              <a:rPr lang="en-GB" b="1" dirty="0"/>
              <a:t> s </a:t>
            </a:r>
            <a:r>
              <a:rPr lang="en-GB" b="1" dirty="0" err="1"/>
              <a:t>primitivními</a:t>
            </a:r>
            <a:r>
              <a:rPr lang="en-GB" b="1" dirty="0"/>
              <a:t> </a:t>
            </a:r>
            <a:r>
              <a:rPr lang="en-GB" b="1" dirty="0" err="1"/>
              <a:t>datovými</a:t>
            </a:r>
            <a:r>
              <a:rPr lang="en-GB" b="1" dirty="0"/>
              <a:t> </a:t>
            </a:r>
            <a:r>
              <a:rPr lang="en-GB" b="1" dirty="0" err="1"/>
              <a:t>typy</a:t>
            </a:r>
            <a:r>
              <a:rPr lang="en-GB" b="1" dirty="0"/>
              <a:t>, </a:t>
            </a:r>
            <a:r>
              <a:rPr lang="en-GB" b="1" dirty="0" err="1"/>
              <a:t>pouze</a:t>
            </a:r>
            <a:r>
              <a:rPr lang="en-GB" b="1" dirty="0"/>
              <a:t> s </a:t>
            </a:r>
            <a:r>
              <a:rPr lang="en-GB" b="1" dirty="0" err="1"/>
              <a:t>objekty</a:t>
            </a:r>
            <a:endParaRPr lang="en-GB" dirty="0"/>
          </a:p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AB887-9E73-E540-827B-9BA2FD70B7BC}" type="slidenum">
              <a:rPr lang="en-CZ" smtClean="0"/>
              <a:t>4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86014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klíč-hodnota</a:t>
            </a:r>
            <a:r>
              <a:rPr lang="en-GB" dirty="0"/>
              <a:t> </a:t>
            </a:r>
            <a:r>
              <a:rPr lang="en-GB" dirty="0" err="1"/>
              <a:t>párů</a:t>
            </a:r>
            <a:r>
              <a:rPr lang="en-GB" dirty="0"/>
              <a:t> </a:t>
            </a:r>
            <a:r>
              <a:rPr lang="en-GB" dirty="0" err="1"/>
              <a:t>znamená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data </a:t>
            </a:r>
            <a:r>
              <a:rPr lang="en-GB" dirty="0" err="1"/>
              <a:t>jsou</a:t>
            </a:r>
            <a:r>
              <a:rPr lang="en-GB" dirty="0"/>
              <a:t> </a:t>
            </a:r>
            <a:r>
              <a:rPr lang="en-GB" dirty="0" err="1"/>
              <a:t>organizována</a:t>
            </a:r>
            <a:r>
              <a:rPr lang="en-GB" dirty="0"/>
              <a:t> </a:t>
            </a:r>
            <a:r>
              <a:rPr lang="en-GB" dirty="0" err="1"/>
              <a:t>ve</a:t>
            </a:r>
            <a:r>
              <a:rPr lang="en-GB" dirty="0"/>
              <a:t> </a:t>
            </a:r>
            <a:r>
              <a:rPr lang="en-GB" dirty="0" err="1"/>
              <a:t>dvojicích</a:t>
            </a:r>
            <a:r>
              <a:rPr lang="en-GB" dirty="0"/>
              <a:t>, </a:t>
            </a:r>
            <a:r>
              <a:rPr lang="en-GB" dirty="0" err="1"/>
              <a:t>kde</a:t>
            </a:r>
            <a:r>
              <a:rPr lang="en-GB" dirty="0"/>
              <a:t> </a:t>
            </a:r>
            <a:r>
              <a:rPr lang="en-GB" b="1" dirty="0" err="1"/>
              <a:t>každý</a:t>
            </a:r>
            <a:r>
              <a:rPr lang="en-GB" b="1" dirty="0"/>
              <a:t> </a:t>
            </a:r>
            <a:r>
              <a:rPr lang="en-GB" b="1" dirty="0" err="1"/>
              <a:t>klíč</a:t>
            </a:r>
            <a:r>
              <a:rPr lang="en-GB" b="1" dirty="0"/>
              <a:t> je </a:t>
            </a:r>
            <a:r>
              <a:rPr lang="en-GB" b="1" dirty="0" err="1"/>
              <a:t>unikátní</a:t>
            </a:r>
            <a:r>
              <a:rPr lang="en-GB" dirty="0"/>
              <a:t> a </a:t>
            </a:r>
            <a:r>
              <a:rPr lang="en-GB" dirty="0" err="1"/>
              <a:t>ke</a:t>
            </a:r>
            <a:r>
              <a:rPr lang="en-GB" dirty="0"/>
              <a:t> </a:t>
            </a:r>
            <a:r>
              <a:rPr lang="en-GB" dirty="0" err="1"/>
              <a:t>každému</a:t>
            </a:r>
            <a:r>
              <a:rPr lang="en-GB" dirty="0"/>
              <a:t> </a:t>
            </a:r>
            <a:r>
              <a:rPr lang="en-GB" dirty="0" err="1"/>
              <a:t>klíči</a:t>
            </a:r>
            <a:r>
              <a:rPr lang="en-GB" dirty="0"/>
              <a:t> je </a:t>
            </a:r>
            <a:r>
              <a:rPr lang="en-GB" dirty="0" err="1"/>
              <a:t>přiřazena</a:t>
            </a:r>
            <a:r>
              <a:rPr lang="en-GB" dirty="0"/>
              <a:t> </a:t>
            </a:r>
            <a:r>
              <a:rPr lang="en-GB" b="1" dirty="0" err="1"/>
              <a:t>hodnota</a:t>
            </a:r>
            <a:r>
              <a:rPr lang="en-GB" dirty="0"/>
              <a:t>. </a:t>
            </a:r>
            <a:r>
              <a:rPr lang="en-GB" dirty="0" err="1"/>
              <a:t>Klíč</a:t>
            </a:r>
            <a:r>
              <a:rPr lang="en-GB" dirty="0"/>
              <a:t> </a:t>
            </a:r>
            <a:r>
              <a:rPr lang="en-GB" dirty="0" err="1"/>
              <a:t>funguje</a:t>
            </a:r>
            <a:r>
              <a:rPr lang="en-GB" dirty="0"/>
              <a:t> </a:t>
            </a:r>
            <a:r>
              <a:rPr lang="en-GB" dirty="0" err="1"/>
              <a:t>jako</a:t>
            </a:r>
            <a:r>
              <a:rPr lang="en-GB" dirty="0"/>
              <a:t> </a:t>
            </a:r>
            <a:r>
              <a:rPr lang="en-GB" dirty="0" err="1"/>
              <a:t>identifikátor</a:t>
            </a:r>
            <a:r>
              <a:rPr lang="en-GB" dirty="0"/>
              <a:t>, </a:t>
            </a:r>
            <a:r>
              <a:rPr lang="en-GB" dirty="0" err="1"/>
              <a:t>pomocí</a:t>
            </a:r>
            <a:r>
              <a:rPr lang="en-GB" dirty="0"/>
              <a:t> </a:t>
            </a:r>
            <a:r>
              <a:rPr lang="en-GB" dirty="0" err="1"/>
              <a:t>kterého</a:t>
            </a:r>
            <a:r>
              <a:rPr lang="en-GB" dirty="0"/>
              <a:t> </a:t>
            </a:r>
            <a:r>
              <a:rPr lang="en-GB" dirty="0" err="1"/>
              <a:t>lze</a:t>
            </a:r>
            <a:r>
              <a:rPr lang="en-GB" dirty="0"/>
              <a:t> </a:t>
            </a:r>
            <a:r>
              <a:rPr lang="en-GB" dirty="0" err="1"/>
              <a:t>hodnotu</a:t>
            </a:r>
            <a:r>
              <a:rPr lang="en-GB" dirty="0"/>
              <a:t> </a:t>
            </a:r>
            <a:r>
              <a:rPr lang="en-GB" dirty="0" err="1"/>
              <a:t>rychle</a:t>
            </a:r>
            <a:r>
              <a:rPr lang="en-GB" dirty="0"/>
              <a:t> </a:t>
            </a:r>
            <a:r>
              <a:rPr lang="en-GB" dirty="0" err="1"/>
              <a:t>vyhledat</a:t>
            </a:r>
            <a:r>
              <a:rPr lang="en-GB" dirty="0"/>
              <a:t>.</a:t>
            </a:r>
          </a:p>
          <a:p>
            <a:br>
              <a:rPr lang="en-GB" dirty="0"/>
            </a:br>
            <a:endParaRPr lang="en-GB" dirty="0"/>
          </a:p>
          <a:p>
            <a:r>
              <a:rPr lang="en-CZ" b="1" dirty="0"/>
              <a:t>📌 </a:t>
            </a:r>
            <a:r>
              <a:rPr lang="en-GB" b="1" dirty="0" err="1"/>
              <a:t>Příklad</a:t>
            </a:r>
            <a:r>
              <a:rPr lang="en-GB" b="1" dirty="0"/>
              <a:t> – </a:t>
            </a:r>
            <a:r>
              <a:rPr lang="en-GB" b="1" dirty="0" err="1"/>
              <a:t>Telefonní</a:t>
            </a:r>
            <a:r>
              <a:rPr lang="en-GB" b="1" dirty="0"/>
              <a:t> </a:t>
            </a:r>
            <a:r>
              <a:rPr lang="en-GB" b="1" dirty="0" err="1"/>
              <a:t>seznam</a:t>
            </a:r>
            <a:endParaRPr lang="en-GB" dirty="0"/>
          </a:p>
          <a:p>
            <a:br>
              <a:rPr lang="en-GB" dirty="0"/>
            </a:br>
            <a:r>
              <a:rPr lang="en-GB" dirty="0"/>
              <a:t>• </a:t>
            </a:r>
            <a:r>
              <a:rPr lang="en-GB" b="1" dirty="0" err="1"/>
              <a:t>Klíčem</a:t>
            </a:r>
            <a:r>
              <a:rPr lang="en-GB" dirty="0"/>
              <a:t> je </a:t>
            </a:r>
            <a:r>
              <a:rPr lang="en-GB" dirty="0" err="1"/>
              <a:t>jméno</a:t>
            </a:r>
            <a:r>
              <a:rPr lang="en-GB" dirty="0"/>
              <a:t> </a:t>
            </a:r>
            <a:r>
              <a:rPr lang="en-GB" dirty="0" err="1"/>
              <a:t>osoby</a:t>
            </a:r>
            <a:endParaRPr lang="en-GB" dirty="0"/>
          </a:p>
          <a:p>
            <a:r>
              <a:rPr lang="en-GB" dirty="0"/>
              <a:t>• </a:t>
            </a:r>
            <a:r>
              <a:rPr lang="en-GB" b="1" dirty="0" err="1"/>
              <a:t>Hodnotou</a:t>
            </a:r>
            <a:r>
              <a:rPr lang="en-GB" dirty="0"/>
              <a:t> je </a:t>
            </a:r>
            <a:r>
              <a:rPr lang="en-GB" dirty="0" err="1"/>
              <a:t>její</a:t>
            </a:r>
            <a:r>
              <a:rPr lang="en-GB" dirty="0"/>
              <a:t> </a:t>
            </a:r>
            <a:r>
              <a:rPr lang="en-GB" dirty="0" err="1"/>
              <a:t>telefonní</a:t>
            </a:r>
            <a:r>
              <a:rPr lang="en-GB" dirty="0"/>
              <a:t> </a:t>
            </a:r>
            <a:r>
              <a:rPr lang="en-GB" dirty="0" err="1"/>
              <a:t>číslo</a:t>
            </a:r>
            <a:endParaRPr lang="en-GB" dirty="0"/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err="1"/>
              <a:t>Iterace</a:t>
            </a:r>
            <a:r>
              <a:rPr lang="en-GB" dirty="0"/>
              <a:t> </a:t>
            </a:r>
            <a:r>
              <a:rPr lang="en-GB" dirty="0" err="1"/>
              <a:t>znamená</a:t>
            </a:r>
            <a:r>
              <a:rPr lang="en-GB" dirty="0"/>
              <a:t> </a:t>
            </a:r>
            <a:r>
              <a:rPr lang="en-GB" b="1" dirty="0" err="1"/>
              <a:t>opakované</a:t>
            </a:r>
            <a:r>
              <a:rPr lang="en-GB" b="1" dirty="0"/>
              <a:t> </a:t>
            </a:r>
            <a:r>
              <a:rPr lang="en-GB" b="1" dirty="0" err="1"/>
              <a:t>provádění</a:t>
            </a:r>
            <a:r>
              <a:rPr lang="en-GB" b="1" dirty="0"/>
              <a:t> </a:t>
            </a:r>
            <a:r>
              <a:rPr lang="en-GB" b="1" dirty="0" err="1"/>
              <a:t>určité</a:t>
            </a:r>
            <a:r>
              <a:rPr lang="en-GB" b="1" dirty="0"/>
              <a:t> </a:t>
            </a:r>
            <a:r>
              <a:rPr lang="en-GB" b="1" dirty="0" err="1"/>
              <a:t>operace</a:t>
            </a:r>
            <a:r>
              <a:rPr lang="en-GB" dirty="0"/>
              <a:t>, </a:t>
            </a:r>
            <a:r>
              <a:rPr lang="en-GB" dirty="0" err="1"/>
              <a:t>obvykle</a:t>
            </a:r>
            <a:r>
              <a:rPr lang="en-GB" dirty="0"/>
              <a:t> v </a:t>
            </a:r>
            <a:r>
              <a:rPr lang="en-GB" dirty="0" err="1"/>
              <a:t>rámci</a:t>
            </a:r>
            <a:r>
              <a:rPr lang="en-GB" dirty="0"/>
              <a:t> </a:t>
            </a:r>
            <a:r>
              <a:rPr lang="en-GB" b="1" dirty="0" err="1"/>
              <a:t>smyčky</a:t>
            </a:r>
            <a:r>
              <a:rPr lang="en-GB" dirty="0"/>
              <a:t> (</a:t>
            </a:r>
            <a:r>
              <a:rPr lang="en-GB" dirty="0" err="1"/>
              <a:t>cyklu</a:t>
            </a:r>
            <a:r>
              <a:rPr lang="en-GB" dirty="0"/>
              <a:t>). </a:t>
            </a:r>
            <a:r>
              <a:rPr lang="en-GB" dirty="0" err="1"/>
              <a:t>Používá</a:t>
            </a:r>
            <a:r>
              <a:rPr lang="en-GB" dirty="0"/>
              <a:t> se k </a:t>
            </a:r>
            <a:r>
              <a:rPr lang="en-GB" b="1" dirty="0" err="1"/>
              <a:t>procházení</a:t>
            </a:r>
            <a:r>
              <a:rPr lang="en-GB" b="1" dirty="0"/>
              <a:t> </a:t>
            </a:r>
            <a:r>
              <a:rPr lang="en-GB" b="1" dirty="0" err="1"/>
              <a:t>kolekcí</a:t>
            </a:r>
            <a:r>
              <a:rPr lang="en-GB" dirty="0"/>
              <a:t> (</a:t>
            </a:r>
            <a:r>
              <a:rPr lang="en-GB" dirty="0" err="1"/>
              <a:t>např</a:t>
            </a:r>
            <a:r>
              <a:rPr lang="en-GB" dirty="0"/>
              <a:t>. List, Set, Map) </a:t>
            </a:r>
            <a:r>
              <a:rPr lang="en-GB" dirty="0" err="1"/>
              <a:t>nebo</a:t>
            </a:r>
            <a:r>
              <a:rPr lang="en-GB" dirty="0"/>
              <a:t> </a:t>
            </a:r>
            <a:r>
              <a:rPr lang="en-GB" dirty="0" err="1"/>
              <a:t>ke</a:t>
            </a:r>
            <a:r>
              <a:rPr lang="en-GB" dirty="0"/>
              <a:t> </a:t>
            </a:r>
            <a:r>
              <a:rPr lang="en-GB" b="1" dirty="0" err="1"/>
              <a:t>spuštění</a:t>
            </a:r>
            <a:r>
              <a:rPr lang="en-GB" b="1" dirty="0"/>
              <a:t> </a:t>
            </a:r>
            <a:r>
              <a:rPr lang="en-GB" b="1" dirty="0" err="1"/>
              <a:t>kódu</a:t>
            </a:r>
            <a:r>
              <a:rPr lang="en-GB" b="1" dirty="0"/>
              <a:t> </a:t>
            </a:r>
            <a:r>
              <a:rPr lang="en-GB" b="1" dirty="0" err="1"/>
              <a:t>několikrát</a:t>
            </a:r>
            <a:endParaRPr lang="en-GB" dirty="0"/>
          </a:p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AB887-9E73-E540-827B-9BA2FD70B7BC}" type="slidenum">
              <a:rPr lang="en-CZ" smtClean="0"/>
              <a:t>5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727246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HashSet je </a:t>
            </a:r>
            <a:r>
              <a:rPr lang="en-GB" dirty="0" err="1"/>
              <a:t>implementace</a:t>
            </a:r>
            <a:r>
              <a:rPr lang="en-GB" dirty="0"/>
              <a:t> </a:t>
            </a:r>
            <a:r>
              <a:rPr lang="en-GB" dirty="0" err="1"/>
              <a:t>rozhraní</a:t>
            </a:r>
            <a:r>
              <a:rPr lang="en-GB" dirty="0"/>
              <a:t> </a:t>
            </a:r>
            <a:r>
              <a:rPr lang="en-GB" b="1" dirty="0"/>
              <a:t>Set</a:t>
            </a:r>
            <a:r>
              <a:rPr lang="en-GB" dirty="0"/>
              <a:t>, </a:t>
            </a:r>
            <a:r>
              <a:rPr lang="en-GB" dirty="0" err="1"/>
              <a:t>která</a:t>
            </a:r>
            <a:r>
              <a:rPr lang="en-GB" dirty="0"/>
              <a:t> </a:t>
            </a:r>
            <a:r>
              <a:rPr lang="en-GB" b="1" dirty="0" err="1"/>
              <a:t>neumožňuje</a:t>
            </a:r>
            <a:r>
              <a:rPr lang="en-GB" b="1" dirty="0"/>
              <a:t> </a:t>
            </a:r>
            <a:r>
              <a:rPr lang="en-GB" b="1" dirty="0" err="1"/>
              <a:t>duplikáty</a:t>
            </a:r>
            <a:r>
              <a:rPr lang="en-GB" dirty="0"/>
              <a:t> a </a:t>
            </a:r>
            <a:r>
              <a:rPr lang="en-GB" b="1" dirty="0" err="1"/>
              <a:t>nemá</a:t>
            </a:r>
            <a:r>
              <a:rPr lang="en-GB" b="1" dirty="0"/>
              <a:t> </a:t>
            </a:r>
            <a:r>
              <a:rPr lang="en-GB" b="1" dirty="0" err="1"/>
              <a:t>garantované</a:t>
            </a:r>
            <a:r>
              <a:rPr lang="en-GB" b="1" dirty="0"/>
              <a:t> </a:t>
            </a:r>
            <a:r>
              <a:rPr lang="en-GB" b="1" dirty="0" err="1"/>
              <a:t>pořadí</a:t>
            </a:r>
            <a:r>
              <a:rPr lang="en-GB" b="1" dirty="0"/>
              <a:t> </a:t>
            </a:r>
            <a:r>
              <a:rPr lang="en-GB" b="1" dirty="0" err="1"/>
              <a:t>prvků</a:t>
            </a:r>
            <a:r>
              <a:rPr lang="en-GB" dirty="0"/>
              <a:t>. </a:t>
            </a:r>
            <a:r>
              <a:rPr lang="en-GB" dirty="0" err="1"/>
              <a:t>Používá</a:t>
            </a:r>
            <a:r>
              <a:rPr lang="en-GB" dirty="0"/>
              <a:t> </a:t>
            </a:r>
            <a:r>
              <a:rPr lang="en-GB" b="1" dirty="0" err="1"/>
              <a:t>hashovací</a:t>
            </a:r>
            <a:r>
              <a:rPr lang="en-GB" b="1" dirty="0"/>
              <a:t> </a:t>
            </a:r>
            <a:r>
              <a:rPr lang="en-GB" b="1" dirty="0" err="1"/>
              <a:t>tabulku</a:t>
            </a:r>
            <a:r>
              <a:rPr lang="en-GB" dirty="0"/>
              <a:t> k </a:t>
            </a:r>
            <a:r>
              <a:rPr lang="en-GB" dirty="0" err="1"/>
              <a:t>ukládání</a:t>
            </a:r>
            <a:r>
              <a:rPr lang="en-GB" dirty="0"/>
              <a:t> </a:t>
            </a:r>
            <a:r>
              <a:rPr lang="en-GB" dirty="0" err="1"/>
              <a:t>prvků</a:t>
            </a:r>
            <a:r>
              <a:rPr lang="en-GB" dirty="0"/>
              <a:t>, </a:t>
            </a:r>
            <a:r>
              <a:rPr lang="en-GB" dirty="0" err="1"/>
              <a:t>což</a:t>
            </a:r>
            <a:r>
              <a:rPr lang="en-GB" dirty="0"/>
              <a:t> </a:t>
            </a:r>
            <a:r>
              <a:rPr lang="en-GB" dirty="0" err="1"/>
              <a:t>zajišťuje</a:t>
            </a:r>
            <a:r>
              <a:rPr lang="en-GB" dirty="0"/>
              <a:t> </a:t>
            </a:r>
            <a:r>
              <a:rPr lang="en-GB" b="1" dirty="0" err="1"/>
              <a:t>rychlé</a:t>
            </a:r>
            <a:r>
              <a:rPr lang="en-GB" b="1" dirty="0"/>
              <a:t> </a:t>
            </a:r>
            <a:r>
              <a:rPr lang="en-GB" b="1" dirty="0" err="1"/>
              <a:t>operace</a:t>
            </a:r>
            <a:r>
              <a:rPr lang="en-GB" dirty="0"/>
              <a:t> </a:t>
            </a:r>
            <a:r>
              <a:rPr lang="en-GB" dirty="0" err="1"/>
              <a:t>přidávání</a:t>
            </a:r>
            <a:r>
              <a:rPr lang="en-GB" dirty="0"/>
              <a:t>, </a:t>
            </a:r>
            <a:r>
              <a:rPr lang="en-GB" dirty="0" err="1"/>
              <a:t>mazání</a:t>
            </a:r>
            <a:r>
              <a:rPr lang="en-GB" dirty="0"/>
              <a:t> a </a:t>
            </a:r>
            <a:r>
              <a:rPr lang="en-GB" dirty="0" err="1"/>
              <a:t>vyhledávání</a:t>
            </a:r>
            <a:r>
              <a:rPr lang="en-GB" dirty="0"/>
              <a:t> (</a:t>
            </a:r>
            <a:r>
              <a:rPr lang="en-GB" b="1" dirty="0"/>
              <a:t>O(1) v </a:t>
            </a:r>
            <a:r>
              <a:rPr lang="en-GB" b="1" dirty="0" err="1"/>
              <a:t>průměrném</a:t>
            </a:r>
            <a:r>
              <a:rPr lang="en-GB" b="1" dirty="0"/>
              <a:t> </a:t>
            </a:r>
            <a:r>
              <a:rPr lang="en-GB" b="1" dirty="0" err="1"/>
              <a:t>případě</a:t>
            </a:r>
            <a:r>
              <a:rPr lang="en-GB" dirty="0"/>
              <a:t>)</a:t>
            </a:r>
          </a:p>
          <a:p>
            <a:endParaRPr lang="en-CZ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HashMap je </a:t>
            </a:r>
            <a:r>
              <a:rPr lang="en-GB" dirty="0" err="1"/>
              <a:t>implementace</a:t>
            </a:r>
            <a:r>
              <a:rPr lang="en-GB" dirty="0"/>
              <a:t> </a:t>
            </a:r>
            <a:r>
              <a:rPr lang="en-GB" dirty="0" err="1"/>
              <a:t>rozhraní</a:t>
            </a:r>
            <a:r>
              <a:rPr lang="en-GB" dirty="0"/>
              <a:t> </a:t>
            </a:r>
            <a:r>
              <a:rPr lang="en-GB" b="1" dirty="0"/>
              <a:t>Map</a:t>
            </a:r>
            <a:r>
              <a:rPr lang="en-GB" dirty="0"/>
              <a:t>, </a:t>
            </a:r>
            <a:r>
              <a:rPr lang="en-GB" dirty="0" err="1"/>
              <a:t>která</a:t>
            </a:r>
            <a:r>
              <a:rPr lang="en-GB" dirty="0"/>
              <a:t> </a:t>
            </a:r>
            <a:r>
              <a:rPr lang="en-GB" dirty="0" err="1"/>
              <a:t>umožňuje</a:t>
            </a:r>
            <a:r>
              <a:rPr lang="en-GB" dirty="0"/>
              <a:t> </a:t>
            </a:r>
            <a:r>
              <a:rPr lang="en-GB" dirty="0" err="1"/>
              <a:t>ukládání</a:t>
            </a:r>
            <a:r>
              <a:rPr lang="en-GB" dirty="0"/>
              <a:t> (</a:t>
            </a:r>
            <a:r>
              <a:rPr lang="en-GB" b="1" dirty="0" err="1"/>
              <a:t>klíč+hodnota</a:t>
            </a:r>
            <a:r>
              <a:rPr lang="en-GB" b="1" dirty="0"/>
              <a:t>)</a:t>
            </a:r>
            <a:r>
              <a:rPr lang="en-GB" dirty="0"/>
              <a:t> </a:t>
            </a:r>
            <a:r>
              <a:rPr lang="en-GB" dirty="0" err="1"/>
              <a:t>párů</a:t>
            </a:r>
            <a:r>
              <a:rPr lang="en-GB" dirty="0"/>
              <a:t>. </a:t>
            </a:r>
            <a:r>
              <a:rPr lang="en-GB" dirty="0" err="1"/>
              <a:t>Každý</a:t>
            </a:r>
            <a:r>
              <a:rPr lang="en-GB" dirty="0"/>
              <a:t> </a:t>
            </a:r>
            <a:r>
              <a:rPr lang="en-GB" b="1" dirty="0" err="1"/>
              <a:t>klíč</a:t>
            </a:r>
            <a:r>
              <a:rPr lang="en-GB" b="1" dirty="0"/>
              <a:t> je </a:t>
            </a:r>
            <a:r>
              <a:rPr lang="en-GB" b="1" dirty="0" err="1"/>
              <a:t>unikátní</a:t>
            </a:r>
            <a:r>
              <a:rPr lang="en-GB" dirty="0"/>
              <a:t>, ale </a:t>
            </a:r>
            <a:r>
              <a:rPr lang="en-GB" dirty="0" err="1"/>
              <a:t>hodnoty</a:t>
            </a:r>
            <a:r>
              <a:rPr lang="en-GB" dirty="0"/>
              <a:t> se </a:t>
            </a:r>
            <a:r>
              <a:rPr lang="en-GB" dirty="0" err="1"/>
              <a:t>mohou</a:t>
            </a:r>
            <a:r>
              <a:rPr lang="en-GB" dirty="0"/>
              <a:t> </a:t>
            </a:r>
            <a:r>
              <a:rPr lang="en-GB" dirty="0" err="1"/>
              <a:t>opakovat</a:t>
            </a:r>
            <a:r>
              <a:rPr lang="en-GB" dirty="0"/>
              <a:t>. </a:t>
            </a:r>
            <a:r>
              <a:rPr lang="en-GB" dirty="0" err="1"/>
              <a:t>Používá</a:t>
            </a:r>
            <a:r>
              <a:rPr lang="en-GB" dirty="0"/>
              <a:t> </a:t>
            </a:r>
            <a:r>
              <a:rPr lang="en-GB" b="1" dirty="0" err="1"/>
              <a:t>hashovací</a:t>
            </a:r>
            <a:r>
              <a:rPr lang="en-GB" b="1" dirty="0"/>
              <a:t> </a:t>
            </a:r>
            <a:r>
              <a:rPr lang="en-GB" b="1" dirty="0" err="1"/>
              <a:t>tabulku</a:t>
            </a:r>
            <a:r>
              <a:rPr lang="en-GB" dirty="0"/>
              <a:t>, </a:t>
            </a:r>
            <a:r>
              <a:rPr lang="en-GB" dirty="0" err="1"/>
              <a:t>což</a:t>
            </a:r>
            <a:r>
              <a:rPr lang="en-GB" dirty="0"/>
              <a:t> </a:t>
            </a:r>
            <a:r>
              <a:rPr lang="en-GB" dirty="0" err="1"/>
              <a:t>zajišťuje</a:t>
            </a:r>
            <a:r>
              <a:rPr lang="en-GB" dirty="0"/>
              <a:t> </a:t>
            </a:r>
            <a:r>
              <a:rPr lang="en-GB" b="1" dirty="0" err="1"/>
              <a:t>rychlé</a:t>
            </a:r>
            <a:r>
              <a:rPr lang="en-GB" b="1" dirty="0"/>
              <a:t> </a:t>
            </a:r>
            <a:r>
              <a:rPr lang="en-GB" b="1" dirty="0" err="1"/>
              <a:t>vyhledávání</a:t>
            </a:r>
            <a:r>
              <a:rPr lang="en-GB" b="1" dirty="0"/>
              <a:t>, </a:t>
            </a:r>
            <a:r>
              <a:rPr lang="en-GB" b="1" dirty="0" err="1"/>
              <a:t>přidávání</a:t>
            </a:r>
            <a:r>
              <a:rPr lang="en-GB" b="1" dirty="0"/>
              <a:t> a </a:t>
            </a:r>
            <a:r>
              <a:rPr lang="en-GB" b="1" dirty="0" err="1"/>
              <a:t>mazání</a:t>
            </a:r>
            <a:r>
              <a:rPr lang="en-GB" dirty="0"/>
              <a:t> (</a:t>
            </a:r>
            <a:r>
              <a:rPr lang="en-GB" b="1" dirty="0"/>
              <a:t>O(1) v </a:t>
            </a:r>
            <a:r>
              <a:rPr lang="en-GB" b="1" dirty="0" err="1"/>
              <a:t>průměrném</a:t>
            </a:r>
            <a:r>
              <a:rPr lang="en-GB" b="1" dirty="0"/>
              <a:t> </a:t>
            </a:r>
            <a:r>
              <a:rPr lang="en-GB" b="1" dirty="0" err="1"/>
              <a:t>případě</a:t>
            </a:r>
            <a:r>
              <a:rPr lang="en-GB" dirty="0"/>
              <a:t>).</a:t>
            </a:r>
          </a:p>
          <a:p>
            <a:endParaRPr lang="en-CZ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err="1"/>
              <a:t>klíč-hodnota</a:t>
            </a:r>
            <a:r>
              <a:rPr lang="en-GB" dirty="0"/>
              <a:t> </a:t>
            </a:r>
            <a:r>
              <a:rPr lang="en-GB" dirty="0" err="1"/>
              <a:t>párů</a:t>
            </a:r>
            <a:r>
              <a:rPr lang="en-GB" dirty="0"/>
              <a:t> </a:t>
            </a:r>
            <a:r>
              <a:rPr lang="en-GB" dirty="0" err="1"/>
              <a:t>znamená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data </a:t>
            </a:r>
            <a:r>
              <a:rPr lang="en-GB" dirty="0" err="1"/>
              <a:t>jsou</a:t>
            </a:r>
            <a:r>
              <a:rPr lang="en-GB" dirty="0"/>
              <a:t> </a:t>
            </a:r>
            <a:r>
              <a:rPr lang="en-GB" dirty="0" err="1"/>
              <a:t>organizována</a:t>
            </a:r>
            <a:r>
              <a:rPr lang="en-GB" dirty="0"/>
              <a:t> </a:t>
            </a:r>
            <a:r>
              <a:rPr lang="en-GB" dirty="0" err="1"/>
              <a:t>ve</a:t>
            </a:r>
            <a:r>
              <a:rPr lang="en-GB" dirty="0"/>
              <a:t> </a:t>
            </a:r>
            <a:r>
              <a:rPr lang="en-GB" dirty="0" err="1"/>
              <a:t>dvojicích</a:t>
            </a:r>
            <a:r>
              <a:rPr lang="en-GB" dirty="0"/>
              <a:t>, </a:t>
            </a:r>
            <a:r>
              <a:rPr lang="en-GB" dirty="0" err="1"/>
              <a:t>kde</a:t>
            </a:r>
            <a:r>
              <a:rPr lang="en-GB" dirty="0"/>
              <a:t> </a:t>
            </a:r>
            <a:r>
              <a:rPr lang="en-GB" b="1" dirty="0" err="1"/>
              <a:t>každý</a:t>
            </a:r>
            <a:r>
              <a:rPr lang="en-GB" b="1" dirty="0"/>
              <a:t> </a:t>
            </a:r>
            <a:r>
              <a:rPr lang="en-GB" b="1" dirty="0" err="1"/>
              <a:t>klíč</a:t>
            </a:r>
            <a:r>
              <a:rPr lang="en-GB" b="1" dirty="0"/>
              <a:t> je </a:t>
            </a:r>
            <a:r>
              <a:rPr lang="en-GB" b="1" dirty="0" err="1"/>
              <a:t>unikátní</a:t>
            </a:r>
            <a:r>
              <a:rPr lang="en-GB" dirty="0"/>
              <a:t> a </a:t>
            </a:r>
            <a:r>
              <a:rPr lang="en-GB" dirty="0" err="1"/>
              <a:t>ke</a:t>
            </a:r>
            <a:r>
              <a:rPr lang="en-GB" dirty="0"/>
              <a:t> </a:t>
            </a:r>
            <a:r>
              <a:rPr lang="en-GB" dirty="0" err="1"/>
              <a:t>každému</a:t>
            </a:r>
            <a:r>
              <a:rPr lang="en-GB" dirty="0"/>
              <a:t> </a:t>
            </a:r>
            <a:r>
              <a:rPr lang="en-GB" dirty="0" err="1"/>
              <a:t>klíči</a:t>
            </a:r>
            <a:r>
              <a:rPr lang="en-GB" dirty="0"/>
              <a:t> je </a:t>
            </a:r>
            <a:r>
              <a:rPr lang="en-GB" dirty="0" err="1"/>
              <a:t>přiřazena</a:t>
            </a:r>
            <a:r>
              <a:rPr lang="en-GB" dirty="0"/>
              <a:t> </a:t>
            </a:r>
            <a:r>
              <a:rPr lang="en-GB" b="1" dirty="0" err="1"/>
              <a:t>hodnota</a:t>
            </a:r>
            <a:r>
              <a:rPr lang="en-GB" dirty="0"/>
              <a:t>. </a:t>
            </a:r>
            <a:r>
              <a:rPr lang="en-GB" dirty="0" err="1"/>
              <a:t>Klíč</a:t>
            </a:r>
            <a:r>
              <a:rPr lang="en-GB" dirty="0"/>
              <a:t> </a:t>
            </a:r>
            <a:r>
              <a:rPr lang="en-GB" dirty="0" err="1"/>
              <a:t>funguje</a:t>
            </a:r>
            <a:r>
              <a:rPr lang="en-GB" dirty="0"/>
              <a:t> </a:t>
            </a:r>
            <a:r>
              <a:rPr lang="en-GB" dirty="0" err="1"/>
              <a:t>jako</a:t>
            </a:r>
            <a:r>
              <a:rPr lang="en-GB" dirty="0"/>
              <a:t> </a:t>
            </a:r>
            <a:r>
              <a:rPr lang="en-GB" dirty="0" err="1"/>
              <a:t>identifikátor</a:t>
            </a:r>
            <a:r>
              <a:rPr lang="en-GB" dirty="0"/>
              <a:t>, </a:t>
            </a:r>
            <a:r>
              <a:rPr lang="en-GB" dirty="0" err="1"/>
              <a:t>pomocí</a:t>
            </a:r>
            <a:r>
              <a:rPr lang="en-GB" dirty="0"/>
              <a:t> </a:t>
            </a:r>
            <a:r>
              <a:rPr lang="en-GB" dirty="0" err="1"/>
              <a:t>kterého</a:t>
            </a:r>
            <a:r>
              <a:rPr lang="en-GB" dirty="0"/>
              <a:t> </a:t>
            </a:r>
            <a:r>
              <a:rPr lang="en-GB" dirty="0" err="1"/>
              <a:t>lze</a:t>
            </a:r>
            <a:r>
              <a:rPr lang="en-GB" dirty="0"/>
              <a:t> </a:t>
            </a:r>
            <a:r>
              <a:rPr lang="en-GB" dirty="0" err="1"/>
              <a:t>hodnotu</a:t>
            </a:r>
            <a:r>
              <a:rPr lang="en-GB" dirty="0"/>
              <a:t> </a:t>
            </a:r>
            <a:r>
              <a:rPr lang="en-GB" dirty="0" err="1"/>
              <a:t>rychle</a:t>
            </a:r>
            <a:r>
              <a:rPr lang="en-GB" dirty="0"/>
              <a:t> </a:t>
            </a:r>
            <a:r>
              <a:rPr lang="en-GB" dirty="0" err="1"/>
              <a:t>vyhledat</a:t>
            </a:r>
            <a:r>
              <a:rPr lang="en-GB" dirty="0"/>
              <a:t>.</a:t>
            </a:r>
          </a:p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AB887-9E73-E540-827B-9BA2FD70B7BC}" type="slidenum">
              <a:rPr lang="en-CZ" smtClean="0"/>
              <a:t>6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551505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HashSet je </a:t>
            </a:r>
            <a:r>
              <a:rPr lang="en-GB" dirty="0" err="1"/>
              <a:t>implementace</a:t>
            </a:r>
            <a:r>
              <a:rPr lang="en-GB" dirty="0"/>
              <a:t> </a:t>
            </a:r>
            <a:r>
              <a:rPr lang="en-GB" dirty="0" err="1"/>
              <a:t>rozhraní</a:t>
            </a:r>
            <a:r>
              <a:rPr lang="en-GB" dirty="0"/>
              <a:t> </a:t>
            </a:r>
            <a:r>
              <a:rPr lang="en-GB" b="1" dirty="0"/>
              <a:t>Set</a:t>
            </a:r>
            <a:r>
              <a:rPr lang="en-GB" dirty="0"/>
              <a:t>, </a:t>
            </a:r>
            <a:r>
              <a:rPr lang="en-GB" dirty="0" err="1"/>
              <a:t>která</a:t>
            </a:r>
            <a:r>
              <a:rPr lang="en-GB" dirty="0"/>
              <a:t> </a:t>
            </a:r>
            <a:r>
              <a:rPr lang="en-GB" b="1" dirty="0" err="1"/>
              <a:t>neumožňuje</a:t>
            </a:r>
            <a:r>
              <a:rPr lang="en-GB" b="1" dirty="0"/>
              <a:t> </a:t>
            </a:r>
            <a:r>
              <a:rPr lang="en-GB" b="1" dirty="0" err="1"/>
              <a:t>duplikáty</a:t>
            </a:r>
            <a:r>
              <a:rPr lang="en-GB" dirty="0"/>
              <a:t> a </a:t>
            </a:r>
            <a:r>
              <a:rPr lang="en-GB" b="1" dirty="0" err="1"/>
              <a:t>nemá</a:t>
            </a:r>
            <a:r>
              <a:rPr lang="en-GB" b="1" dirty="0"/>
              <a:t> </a:t>
            </a:r>
            <a:r>
              <a:rPr lang="en-GB" b="1" dirty="0" err="1"/>
              <a:t>garantované</a:t>
            </a:r>
            <a:r>
              <a:rPr lang="en-GB" b="1" dirty="0"/>
              <a:t> </a:t>
            </a:r>
            <a:r>
              <a:rPr lang="en-GB" b="1" dirty="0" err="1"/>
              <a:t>pořadí</a:t>
            </a:r>
            <a:r>
              <a:rPr lang="en-GB" b="1" dirty="0"/>
              <a:t> </a:t>
            </a:r>
            <a:r>
              <a:rPr lang="en-GB" b="1" dirty="0" err="1"/>
              <a:t>prvků</a:t>
            </a:r>
            <a:r>
              <a:rPr lang="en-GB" dirty="0"/>
              <a:t>. </a:t>
            </a:r>
            <a:r>
              <a:rPr lang="en-GB" dirty="0" err="1"/>
              <a:t>Používá</a:t>
            </a:r>
            <a:r>
              <a:rPr lang="en-GB" dirty="0"/>
              <a:t> </a:t>
            </a:r>
            <a:r>
              <a:rPr lang="en-GB" b="1" dirty="0" err="1"/>
              <a:t>hashovací</a:t>
            </a:r>
            <a:r>
              <a:rPr lang="en-GB" b="1" dirty="0"/>
              <a:t> </a:t>
            </a:r>
            <a:r>
              <a:rPr lang="en-GB" b="1" dirty="0" err="1"/>
              <a:t>tabulku</a:t>
            </a:r>
            <a:r>
              <a:rPr lang="en-GB" dirty="0"/>
              <a:t> k </a:t>
            </a:r>
            <a:r>
              <a:rPr lang="en-GB" dirty="0" err="1"/>
              <a:t>ukládání</a:t>
            </a:r>
            <a:r>
              <a:rPr lang="en-GB" dirty="0"/>
              <a:t> </a:t>
            </a:r>
            <a:r>
              <a:rPr lang="en-GB" dirty="0" err="1"/>
              <a:t>prvků</a:t>
            </a:r>
            <a:r>
              <a:rPr lang="en-GB" dirty="0"/>
              <a:t>, </a:t>
            </a:r>
            <a:r>
              <a:rPr lang="en-GB" dirty="0" err="1"/>
              <a:t>což</a:t>
            </a:r>
            <a:r>
              <a:rPr lang="en-GB" dirty="0"/>
              <a:t> </a:t>
            </a:r>
            <a:r>
              <a:rPr lang="en-GB" dirty="0" err="1"/>
              <a:t>zajišťuje</a:t>
            </a:r>
            <a:r>
              <a:rPr lang="en-GB" dirty="0"/>
              <a:t> </a:t>
            </a:r>
            <a:r>
              <a:rPr lang="en-GB" b="1" dirty="0" err="1"/>
              <a:t>rychlé</a:t>
            </a:r>
            <a:r>
              <a:rPr lang="en-GB" b="1" dirty="0"/>
              <a:t> </a:t>
            </a:r>
            <a:r>
              <a:rPr lang="en-GB" b="1" dirty="0" err="1"/>
              <a:t>operace</a:t>
            </a:r>
            <a:r>
              <a:rPr lang="en-GB" dirty="0"/>
              <a:t> </a:t>
            </a:r>
            <a:r>
              <a:rPr lang="en-GB" dirty="0" err="1"/>
              <a:t>přidávání</a:t>
            </a:r>
            <a:r>
              <a:rPr lang="en-GB" dirty="0"/>
              <a:t>, </a:t>
            </a:r>
            <a:r>
              <a:rPr lang="en-GB" dirty="0" err="1"/>
              <a:t>mazání</a:t>
            </a:r>
            <a:r>
              <a:rPr lang="en-GB" dirty="0"/>
              <a:t> a </a:t>
            </a:r>
            <a:r>
              <a:rPr lang="en-GB" dirty="0" err="1"/>
              <a:t>vyhledávání</a:t>
            </a:r>
            <a:r>
              <a:rPr lang="en-GB" dirty="0"/>
              <a:t> (</a:t>
            </a:r>
            <a:r>
              <a:rPr lang="en-GB" b="1" dirty="0"/>
              <a:t>O(1) v </a:t>
            </a:r>
            <a:r>
              <a:rPr lang="en-GB" b="1" dirty="0" err="1"/>
              <a:t>průměrném</a:t>
            </a:r>
            <a:r>
              <a:rPr lang="en-GB" b="1" dirty="0"/>
              <a:t> </a:t>
            </a:r>
            <a:r>
              <a:rPr lang="en-GB" b="1" dirty="0" err="1"/>
              <a:t>případě</a:t>
            </a:r>
            <a:r>
              <a:rPr lang="en-GB" dirty="0"/>
              <a:t>)</a:t>
            </a:r>
          </a:p>
          <a:p>
            <a:endParaRPr lang="en-CZ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HashMap je </a:t>
            </a:r>
            <a:r>
              <a:rPr lang="en-GB" dirty="0" err="1"/>
              <a:t>implementace</a:t>
            </a:r>
            <a:r>
              <a:rPr lang="en-GB" dirty="0"/>
              <a:t> </a:t>
            </a:r>
            <a:r>
              <a:rPr lang="en-GB" dirty="0" err="1"/>
              <a:t>rozhraní</a:t>
            </a:r>
            <a:r>
              <a:rPr lang="en-GB" dirty="0"/>
              <a:t> </a:t>
            </a:r>
            <a:r>
              <a:rPr lang="en-GB" b="1" dirty="0"/>
              <a:t>Map</a:t>
            </a:r>
            <a:r>
              <a:rPr lang="en-GB" dirty="0"/>
              <a:t>, </a:t>
            </a:r>
            <a:r>
              <a:rPr lang="en-GB" dirty="0" err="1"/>
              <a:t>která</a:t>
            </a:r>
            <a:r>
              <a:rPr lang="en-GB" dirty="0"/>
              <a:t> </a:t>
            </a:r>
            <a:r>
              <a:rPr lang="en-GB" dirty="0" err="1"/>
              <a:t>umožňuje</a:t>
            </a:r>
            <a:r>
              <a:rPr lang="en-GB" dirty="0"/>
              <a:t> </a:t>
            </a:r>
            <a:r>
              <a:rPr lang="en-GB" dirty="0" err="1"/>
              <a:t>ukládání</a:t>
            </a:r>
            <a:r>
              <a:rPr lang="en-GB" dirty="0"/>
              <a:t> (</a:t>
            </a:r>
            <a:r>
              <a:rPr lang="en-GB" b="1" dirty="0" err="1"/>
              <a:t>klíč+hodnota</a:t>
            </a:r>
            <a:r>
              <a:rPr lang="en-GB" b="1" dirty="0"/>
              <a:t>)</a:t>
            </a:r>
            <a:r>
              <a:rPr lang="en-GB" dirty="0"/>
              <a:t> </a:t>
            </a:r>
            <a:r>
              <a:rPr lang="en-GB" dirty="0" err="1"/>
              <a:t>párů</a:t>
            </a:r>
            <a:r>
              <a:rPr lang="en-GB" dirty="0"/>
              <a:t>. </a:t>
            </a:r>
            <a:r>
              <a:rPr lang="en-GB" dirty="0" err="1"/>
              <a:t>Každý</a:t>
            </a:r>
            <a:r>
              <a:rPr lang="en-GB" dirty="0"/>
              <a:t> </a:t>
            </a:r>
            <a:r>
              <a:rPr lang="en-GB" b="1" dirty="0" err="1"/>
              <a:t>klíč</a:t>
            </a:r>
            <a:r>
              <a:rPr lang="en-GB" b="1" dirty="0"/>
              <a:t> je </a:t>
            </a:r>
            <a:r>
              <a:rPr lang="en-GB" b="1" dirty="0" err="1"/>
              <a:t>unikátní</a:t>
            </a:r>
            <a:r>
              <a:rPr lang="en-GB" dirty="0"/>
              <a:t>, ale </a:t>
            </a:r>
            <a:r>
              <a:rPr lang="en-GB" dirty="0" err="1"/>
              <a:t>hodnoty</a:t>
            </a:r>
            <a:r>
              <a:rPr lang="en-GB" dirty="0"/>
              <a:t> se </a:t>
            </a:r>
            <a:r>
              <a:rPr lang="en-GB" dirty="0" err="1"/>
              <a:t>mohou</a:t>
            </a:r>
            <a:r>
              <a:rPr lang="en-GB" dirty="0"/>
              <a:t> </a:t>
            </a:r>
            <a:r>
              <a:rPr lang="en-GB" dirty="0" err="1"/>
              <a:t>opakovat</a:t>
            </a:r>
            <a:r>
              <a:rPr lang="en-GB" dirty="0"/>
              <a:t>. </a:t>
            </a:r>
            <a:r>
              <a:rPr lang="en-GB" dirty="0" err="1"/>
              <a:t>Používá</a:t>
            </a:r>
            <a:r>
              <a:rPr lang="en-GB" dirty="0"/>
              <a:t> </a:t>
            </a:r>
            <a:r>
              <a:rPr lang="en-GB" b="1" dirty="0" err="1"/>
              <a:t>hashovací</a:t>
            </a:r>
            <a:r>
              <a:rPr lang="en-GB" b="1" dirty="0"/>
              <a:t> </a:t>
            </a:r>
            <a:r>
              <a:rPr lang="en-GB" b="1" dirty="0" err="1"/>
              <a:t>tabulku</a:t>
            </a:r>
            <a:r>
              <a:rPr lang="en-GB" dirty="0"/>
              <a:t>, </a:t>
            </a:r>
            <a:r>
              <a:rPr lang="en-GB" dirty="0" err="1"/>
              <a:t>což</a:t>
            </a:r>
            <a:r>
              <a:rPr lang="en-GB" dirty="0"/>
              <a:t> </a:t>
            </a:r>
            <a:r>
              <a:rPr lang="en-GB" dirty="0" err="1"/>
              <a:t>zajišťuje</a:t>
            </a:r>
            <a:r>
              <a:rPr lang="en-GB" dirty="0"/>
              <a:t> </a:t>
            </a:r>
            <a:r>
              <a:rPr lang="en-GB" b="1" dirty="0" err="1"/>
              <a:t>rychlé</a:t>
            </a:r>
            <a:r>
              <a:rPr lang="en-GB" b="1" dirty="0"/>
              <a:t> </a:t>
            </a:r>
            <a:r>
              <a:rPr lang="en-GB" b="1" dirty="0" err="1"/>
              <a:t>vyhledávání</a:t>
            </a:r>
            <a:r>
              <a:rPr lang="en-GB" b="1" dirty="0"/>
              <a:t>, </a:t>
            </a:r>
            <a:r>
              <a:rPr lang="en-GB" b="1" dirty="0" err="1"/>
              <a:t>přidávání</a:t>
            </a:r>
            <a:r>
              <a:rPr lang="en-GB" b="1" dirty="0"/>
              <a:t> a </a:t>
            </a:r>
            <a:r>
              <a:rPr lang="en-GB" b="1" dirty="0" err="1"/>
              <a:t>mazání</a:t>
            </a:r>
            <a:r>
              <a:rPr lang="en-GB" dirty="0"/>
              <a:t> (</a:t>
            </a:r>
            <a:r>
              <a:rPr lang="en-GB" b="1" dirty="0"/>
              <a:t>O(1) v </a:t>
            </a:r>
            <a:r>
              <a:rPr lang="en-GB" b="1" dirty="0" err="1"/>
              <a:t>průměrném</a:t>
            </a:r>
            <a:r>
              <a:rPr lang="en-GB" b="1" dirty="0"/>
              <a:t> </a:t>
            </a:r>
            <a:r>
              <a:rPr lang="en-GB" b="1" dirty="0" err="1"/>
              <a:t>případě</a:t>
            </a:r>
            <a:r>
              <a:rPr lang="en-GB" dirty="0"/>
              <a:t>).</a:t>
            </a:r>
          </a:p>
          <a:p>
            <a:endParaRPr lang="en-CZ" dirty="0"/>
          </a:p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AB887-9E73-E540-827B-9BA2FD70B7BC}" type="slidenum">
              <a:rPr lang="en-CZ" smtClean="0"/>
              <a:t>7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3567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(</a:t>
            </a:r>
            <a:r>
              <a:rPr lang="en-GB" b="1" dirty="0" err="1"/>
              <a:t>Procházení</a:t>
            </a:r>
            <a:r>
              <a:rPr lang="en-GB" b="1" dirty="0"/>
              <a:t> </a:t>
            </a:r>
            <a:r>
              <a:rPr lang="en-GB" b="1" dirty="0" err="1"/>
              <a:t>prvků</a:t>
            </a:r>
            <a:r>
              <a:rPr lang="en-GB" b="1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err="1"/>
              <a:t>Iterace</a:t>
            </a:r>
            <a:r>
              <a:rPr lang="en-GB" dirty="0"/>
              <a:t> </a:t>
            </a:r>
            <a:r>
              <a:rPr lang="en-GB" dirty="0" err="1"/>
              <a:t>znamená</a:t>
            </a:r>
            <a:r>
              <a:rPr lang="en-GB" dirty="0"/>
              <a:t> </a:t>
            </a:r>
            <a:r>
              <a:rPr lang="en-GB" b="1" dirty="0" err="1"/>
              <a:t>opakované</a:t>
            </a:r>
            <a:r>
              <a:rPr lang="en-GB" b="1" dirty="0"/>
              <a:t> </a:t>
            </a:r>
            <a:r>
              <a:rPr lang="en-GB" b="1" dirty="0" err="1"/>
              <a:t>provádění</a:t>
            </a:r>
            <a:r>
              <a:rPr lang="en-GB" b="1" dirty="0"/>
              <a:t> </a:t>
            </a:r>
            <a:r>
              <a:rPr lang="en-GB" b="1" dirty="0" err="1"/>
              <a:t>určité</a:t>
            </a:r>
            <a:r>
              <a:rPr lang="en-GB" b="1" dirty="0"/>
              <a:t> </a:t>
            </a:r>
            <a:r>
              <a:rPr lang="en-GB" b="1" dirty="0" err="1"/>
              <a:t>operace</a:t>
            </a:r>
            <a:r>
              <a:rPr lang="en-GB" dirty="0"/>
              <a:t>, </a:t>
            </a:r>
            <a:r>
              <a:rPr lang="en-GB" dirty="0" err="1"/>
              <a:t>obvykle</a:t>
            </a:r>
            <a:r>
              <a:rPr lang="en-GB" dirty="0"/>
              <a:t> v </a:t>
            </a:r>
            <a:r>
              <a:rPr lang="en-GB" dirty="0" err="1"/>
              <a:t>rámci</a:t>
            </a:r>
            <a:r>
              <a:rPr lang="en-GB" dirty="0"/>
              <a:t> </a:t>
            </a:r>
            <a:r>
              <a:rPr lang="en-GB" b="1" dirty="0" err="1"/>
              <a:t>smyčky</a:t>
            </a:r>
            <a:r>
              <a:rPr lang="en-GB" dirty="0"/>
              <a:t> (</a:t>
            </a:r>
            <a:r>
              <a:rPr lang="en-GB" dirty="0" err="1"/>
              <a:t>cyklu</a:t>
            </a:r>
            <a:r>
              <a:rPr lang="en-GB" dirty="0"/>
              <a:t>). </a:t>
            </a:r>
            <a:r>
              <a:rPr lang="en-GB" dirty="0" err="1"/>
              <a:t>Používá</a:t>
            </a:r>
            <a:r>
              <a:rPr lang="en-GB" dirty="0"/>
              <a:t> se k </a:t>
            </a:r>
            <a:r>
              <a:rPr lang="en-GB" b="1" dirty="0" err="1"/>
              <a:t>procházení</a:t>
            </a:r>
            <a:r>
              <a:rPr lang="en-GB" b="1" dirty="0"/>
              <a:t> </a:t>
            </a:r>
            <a:r>
              <a:rPr lang="en-GB" b="1" dirty="0" err="1"/>
              <a:t>kolekcí</a:t>
            </a:r>
            <a:r>
              <a:rPr lang="en-GB" dirty="0"/>
              <a:t> (</a:t>
            </a:r>
            <a:r>
              <a:rPr lang="en-GB" dirty="0" err="1"/>
              <a:t>např</a:t>
            </a:r>
            <a:r>
              <a:rPr lang="en-GB" dirty="0"/>
              <a:t>. List, Set, Map) </a:t>
            </a:r>
            <a:r>
              <a:rPr lang="en-GB" dirty="0" err="1"/>
              <a:t>nebo</a:t>
            </a:r>
            <a:r>
              <a:rPr lang="en-GB" dirty="0"/>
              <a:t> </a:t>
            </a:r>
            <a:r>
              <a:rPr lang="en-GB" dirty="0" err="1"/>
              <a:t>ke</a:t>
            </a:r>
            <a:r>
              <a:rPr lang="en-GB" dirty="0"/>
              <a:t> </a:t>
            </a:r>
            <a:r>
              <a:rPr lang="en-GB" b="1" dirty="0" err="1"/>
              <a:t>spuštění</a:t>
            </a:r>
            <a:r>
              <a:rPr lang="en-GB" b="1" dirty="0"/>
              <a:t> </a:t>
            </a:r>
            <a:r>
              <a:rPr lang="en-GB" b="1" dirty="0" err="1"/>
              <a:t>kódu</a:t>
            </a:r>
            <a:r>
              <a:rPr lang="en-GB" b="1" dirty="0"/>
              <a:t> </a:t>
            </a:r>
            <a:r>
              <a:rPr lang="en-GB" b="1" dirty="0" err="1"/>
              <a:t>několikrát</a:t>
            </a: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1) </a:t>
            </a:r>
            <a:r>
              <a:rPr lang="en-GB" dirty="0" err="1"/>
              <a:t>Prochází</a:t>
            </a:r>
            <a:r>
              <a:rPr lang="en-GB" dirty="0"/>
              <a:t> </a:t>
            </a:r>
            <a:r>
              <a:rPr lang="en-GB" dirty="0" err="1"/>
              <a:t>všechny</a:t>
            </a:r>
            <a:r>
              <a:rPr lang="en-GB" dirty="0"/>
              <a:t> </a:t>
            </a:r>
            <a:r>
              <a:rPr lang="en-GB" dirty="0" err="1"/>
              <a:t>prvky</a:t>
            </a:r>
            <a:r>
              <a:rPr lang="en-GB" dirty="0"/>
              <a:t> v </a:t>
            </a:r>
            <a:r>
              <a:rPr lang="en-GB" dirty="0" err="1"/>
              <a:t>seznamu</a:t>
            </a:r>
            <a:r>
              <a:rPr lang="en-GB" dirty="0"/>
              <a:t> list a </a:t>
            </a:r>
            <a:r>
              <a:rPr lang="en-GB" b="1" dirty="0" err="1"/>
              <a:t>vypisuje</a:t>
            </a:r>
            <a:r>
              <a:rPr lang="en-GB" b="1" dirty="0"/>
              <a:t> je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konzoli</a:t>
            </a: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2) </a:t>
            </a:r>
            <a:r>
              <a:rPr lang="en-GB" dirty="0" err="1"/>
              <a:t>Pomocí</a:t>
            </a:r>
            <a:r>
              <a:rPr lang="en-GB" dirty="0"/>
              <a:t> </a:t>
            </a:r>
            <a:r>
              <a:rPr lang="en-GB" b="1" dirty="0" err="1"/>
              <a:t>Iteratoru</a:t>
            </a:r>
            <a:r>
              <a:rPr lang="en-GB" dirty="0"/>
              <a:t> </a:t>
            </a:r>
            <a:r>
              <a:rPr lang="en-GB" dirty="0" err="1"/>
              <a:t>prochází</a:t>
            </a:r>
            <a:r>
              <a:rPr lang="en-GB" dirty="0"/>
              <a:t> </a:t>
            </a:r>
            <a:r>
              <a:rPr lang="en-GB" dirty="0" err="1"/>
              <a:t>seznam</a:t>
            </a:r>
            <a:r>
              <a:rPr lang="en-GB" dirty="0"/>
              <a:t> list a </a:t>
            </a:r>
            <a:r>
              <a:rPr lang="en-GB" b="1" dirty="0" err="1"/>
              <a:t>vypisuje</a:t>
            </a:r>
            <a:r>
              <a:rPr lang="en-GB" b="1" dirty="0"/>
              <a:t> </a:t>
            </a:r>
            <a:r>
              <a:rPr lang="en-GB" b="1" dirty="0" err="1"/>
              <a:t>jeho</a:t>
            </a:r>
            <a:r>
              <a:rPr lang="en-GB" b="1" dirty="0"/>
              <a:t> </a:t>
            </a:r>
            <a:r>
              <a:rPr lang="en-GB" b="1" dirty="0" err="1"/>
              <a:t>prvky</a:t>
            </a:r>
            <a:endParaRPr lang="en-GB" b="0" dirty="0"/>
          </a:p>
          <a:p>
            <a:r>
              <a:rPr lang="en-GB" dirty="0" err="1"/>
              <a:t>iterator.hasNext</a:t>
            </a:r>
            <a:r>
              <a:rPr lang="en-GB" dirty="0"/>
              <a:t>() </a:t>
            </a:r>
            <a:r>
              <a:rPr lang="en-GB" dirty="0" err="1"/>
              <a:t>kontroluje</a:t>
            </a:r>
            <a:r>
              <a:rPr lang="en-GB" dirty="0"/>
              <a:t>, </a:t>
            </a:r>
            <a:r>
              <a:rPr lang="en-GB" dirty="0" err="1"/>
              <a:t>zda</a:t>
            </a:r>
            <a:r>
              <a:rPr lang="en-GB" dirty="0"/>
              <a:t> je </a:t>
            </a:r>
            <a:r>
              <a:rPr lang="en-GB" dirty="0" err="1"/>
              <a:t>další</a:t>
            </a:r>
            <a:r>
              <a:rPr lang="en-GB" dirty="0"/>
              <a:t> </a:t>
            </a:r>
            <a:r>
              <a:rPr lang="en-GB" dirty="0" err="1"/>
              <a:t>prvek</a:t>
            </a:r>
            <a:endParaRPr lang="en-GB" dirty="0"/>
          </a:p>
          <a:p>
            <a:r>
              <a:rPr lang="en-GB" dirty="0" err="1"/>
              <a:t>iterator.next</a:t>
            </a:r>
            <a:r>
              <a:rPr lang="en-GB" dirty="0"/>
              <a:t>() </a:t>
            </a:r>
            <a:r>
              <a:rPr lang="en-GB" b="1" dirty="0" err="1"/>
              <a:t>vrátí</a:t>
            </a:r>
            <a:r>
              <a:rPr lang="en-GB" b="1" dirty="0"/>
              <a:t> </a:t>
            </a:r>
            <a:r>
              <a:rPr lang="en-GB" b="1" dirty="0" err="1"/>
              <a:t>aktuální</a:t>
            </a:r>
            <a:r>
              <a:rPr lang="en-GB" b="1" dirty="0"/>
              <a:t> </a:t>
            </a:r>
            <a:r>
              <a:rPr lang="en-GB" b="1" dirty="0" err="1"/>
              <a:t>prvek</a:t>
            </a:r>
            <a:r>
              <a:rPr lang="en-GB" dirty="0"/>
              <a:t> a </a:t>
            </a:r>
            <a:r>
              <a:rPr lang="en-GB" dirty="0" err="1"/>
              <a:t>posune</a:t>
            </a:r>
            <a:r>
              <a:rPr lang="en-GB" dirty="0"/>
              <a:t> se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další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/>
              <a:t>3) </a:t>
            </a:r>
            <a:r>
              <a:rPr lang="en-GB" dirty="0" err="1"/>
              <a:t>Používá</a:t>
            </a:r>
            <a:r>
              <a:rPr lang="en-GB" dirty="0"/>
              <a:t> </a:t>
            </a:r>
            <a:r>
              <a:rPr lang="en-GB" dirty="0" err="1"/>
              <a:t>metodu</a:t>
            </a:r>
            <a:r>
              <a:rPr lang="en-GB" dirty="0"/>
              <a:t> </a:t>
            </a:r>
            <a:r>
              <a:rPr lang="en-GB" dirty="0" err="1"/>
              <a:t>forEach</a:t>
            </a:r>
            <a:r>
              <a:rPr lang="en-GB" dirty="0"/>
              <a:t>(), </a:t>
            </a:r>
            <a:r>
              <a:rPr lang="en-GB" dirty="0" err="1"/>
              <a:t>která</a:t>
            </a:r>
            <a:r>
              <a:rPr lang="en-GB" dirty="0"/>
              <a:t> </a:t>
            </a:r>
            <a:r>
              <a:rPr lang="en-GB" b="1" dirty="0" err="1"/>
              <a:t>projde</a:t>
            </a:r>
            <a:r>
              <a:rPr lang="en-GB" b="1" dirty="0"/>
              <a:t> </a:t>
            </a:r>
            <a:r>
              <a:rPr lang="en-GB" b="1" dirty="0" err="1"/>
              <a:t>všechny</a:t>
            </a:r>
            <a:r>
              <a:rPr lang="en-GB" b="1" dirty="0"/>
              <a:t> </a:t>
            </a:r>
            <a:r>
              <a:rPr lang="en-GB" b="1" dirty="0" err="1"/>
              <a:t>prvky</a:t>
            </a:r>
            <a:r>
              <a:rPr lang="en-GB" dirty="0"/>
              <a:t> v </a:t>
            </a:r>
            <a:r>
              <a:rPr lang="en-GB" dirty="0" err="1"/>
              <a:t>seznamu</a:t>
            </a:r>
            <a:r>
              <a:rPr lang="en-GB" dirty="0"/>
              <a:t> a </a:t>
            </a:r>
            <a:r>
              <a:rPr lang="en-GB" b="1" dirty="0" err="1"/>
              <a:t>vypíše</a:t>
            </a:r>
            <a:r>
              <a:rPr lang="en-GB" b="1" dirty="0"/>
              <a:t> je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err="1"/>
              <a:t>Použití</a:t>
            </a:r>
            <a:r>
              <a:rPr lang="en-GB" b="1" dirty="0"/>
              <a:t> Stream API (</a:t>
            </a:r>
            <a:r>
              <a:rPr lang="en-GB" b="1" dirty="0" err="1"/>
              <a:t>moderní</a:t>
            </a:r>
            <a:r>
              <a:rPr lang="en-GB" b="1" dirty="0"/>
              <a:t> </a:t>
            </a:r>
            <a:r>
              <a:rPr lang="en-GB" b="1" dirty="0" err="1"/>
              <a:t>způsob</a:t>
            </a:r>
            <a:r>
              <a:rPr lang="en-GB" b="1" dirty="0"/>
              <a:t>)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Stream API</a:t>
            </a:r>
            <a:r>
              <a:rPr lang="en-GB" dirty="0"/>
              <a:t> je </a:t>
            </a:r>
            <a:r>
              <a:rPr lang="en-GB" dirty="0" err="1"/>
              <a:t>součástí</a:t>
            </a:r>
            <a:r>
              <a:rPr lang="en-GB" dirty="0"/>
              <a:t> </a:t>
            </a:r>
            <a:r>
              <a:rPr lang="en-GB" b="1" dirty="0"/>
              <a:t>Java 8</a:t>
            </a:r>
            <a:r>
              <a:rPr lang="en-GB" dirty="0"/>
              <a:t> a </a:t>
            </a:r>
            <a:r>
              <a:rPr lang="en-GB" dirty="0" err="1"/>
              <a:t>slouží</a:t>
            </a:r>
            <a:r>
              <a:rPr lang="en-GB" dirty="0"/>
              <a:t> </a:t>
            </a:r>
            <a:r>
              <a:rPr lang="en-GB" dirty="0" err="1"/>
              <a:t>ke</a:t>
            </a:r>
            <a:r>
              <a:rPr lang="en-GB" dirty="0"/>
              <a:t> </a:t>
            </a:r>
            <a:r>
              <a:rPr lang="en-GB" b="1" dirty="0" err="1"/>
              <a:t>zpracování</a:t>
            </a:r>
            <a:r>
              <a:rPr lang="en-GB" b="1" dirty="0"/>
              <a:t> </a:t>
            </a:r>
            <a:r>
              <a:rPr lang="en-GB" b="1" dirty="0" err="1"/>
              <a:t>kolekcí</a:t>
            </a:r>
            <a:r>
              <a:rPr lang="en-GB" dirty="0"/>
              <a:t> (List, Set, Map…) </a:t>
            </a:r>
            <a:r>
              <a:rPr lang="en-GB" dirty="0" err="1"/>
              <a:t>pomocí</a:t>
            </a:r>
            <a:r>
              <a:rPr lang="en-GB" dirty="0"/>
              <a:t> </a:t>
            </a:r>
            <a:r>
              <a:rPr lang="en-GB" b="1" dirty="0" err="1"/>
              <a:t>funkcionálního</a:t>
            </a:r>
            <a:r>
              <a:rPr lang="en-GB" b="1" dirty="0"/>
              <a:t> </a:t>
            </a:r>
            <a:r>
              <a:rPr lang="en-GB" b="1" dirty="0" err="1"/>
              <a:t>programování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AB887-9E73-E540-827B-9BA2FD70B7BC}" type="slidenum">
              <a:rPr lang="en-CZ" smtClean="0"/>
              <a:t>8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59592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41309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22151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71744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84479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25553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75251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735428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18169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5895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0230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514651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189713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313427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411459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678043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249566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55737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F354C94-C15E-2642-8892-4E397FF8BB48}" type="datetimeFigureOut">
              <a:rPr lang="en-CZ" smtClean="0"/>
              <a:t>03.04.2025</a:t>
            </a:fld>
            <a:endParaRPr lang="en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EBEB669-087F-2B4C-B7B9-7C6C2050B9BE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9577791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B4D2-3238-8FCA-4804-3530AA065E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Z" dirty="0"/>
              <a:t>Kolekce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A30AA-E4BC-1B85-07C5-060C59D639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Z" dirty="0"/>
              <a:t>Lukáš Mareš</a:t>
            </a:r>
          </a:p>
        </p:txBody>
      </p:sp>
    </p:spTree>
    <p:extLst>
      <p:ext uri="{BB962C8B-B14F-4D97-AF65-F5344CB8AC3E}">
        <p14:creationId xmlns:p14="http://schemas.microsoft.com/office/powerpoint/2010/main" val="49106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DA6C-FC0F-BAC9-3D4E-FA8D05AC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Kolekce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3E37D-0693-CA8B-759C-E744794F5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96996"/>
            <a:ext cx="9905998" cy="3962400"/>
          </a:xfrm>
        </p:spPr>
        <p:txBody>
          <a:bodyPr/>
          <a:lstStyle/>
          <a:p>
            <a:r>
              <a:rPr lang="en-GB" dirty="0" err="1"/>
              <a:t>jsou</a:t>
            </a:r>
            <a:r>
              <a:rPr lang="en-GB" dirty="0"/>
              <a:t> to </a:t>
            </a:r>
            <a:r>
              <a:rPr lang="en-GB" dirty="0" err="1"/>
              <a:t>objekty</a:t>
            </a:r>
            <a:r>
              <a:rPr lang="en-GB" dirty="0"/>
              <a:t>, </a:t>
            </a:r>
            <a:r>
              <a:rPr lang="en-GB" dirty="0" err="1"/>
              <a:t>které</a:t>
            </a:r>
            <a:r>
              <a:rPr lang="en-GB" dirty="0"/>
              <a:t> </a:t>
            </a:r>
            <a:r>
              <a:rPr lang="en-GB" dirty="0" err="1"/>
              <a:t>umožňují</a:t>
            </a:r>
            <a:r>
              <a:rPr lang="en-GB" dirty="0"/>
              <a:t> </a:t>
            </a:r>
            <a:r>
              <a:rPr lang="en-GB" dirty="0" err="1"/>
              <a:t>uchovávat</a:t>
            </a:r>
            <a:r>
              <a:rPr lang="en-GB" dirty="0"/>
              <a:t> a </a:t>
            </a:r>
            <a:r>
              <a:rPr lang="en-GB" dirty="0" err="1"/>
              <a:t>manipulovat</a:t>
            </a:r>
            <a:r>
              <a:rPr lang="en-GB" dirty="0"/>
              <a:t> se </a:t>
            </a:r>
            <a:r>
              <a:rPr lang="en-GB" dirty="0" err="1"/>
              <a:t>skupinami</a:t>
            </a:r>
            <a:r>
              <a:rPr lang="en-GB" dirty="0"/>
              <a:t> </a:t>
            </a:r>
            <a:r>
              <a:rPr lang="en-GB" dirty="0" err="1"/>
              <a:t>dat</a:t>
            </a:r>
            <a:endParaRPr lang="en-GB" dirty="0"/>
          </a:p>
          <a:p>
            <a:r>
              <a:rPr lang="en-GB" dirty="0" err="1"/>
              <a:t>Knihovna</a:t>
            </a:r>
            <a:r>
              <a:rPr lang="en-GB" dirty="0"/>
              <a:t> je </a:t>
            </a:r>
            <a:r>
              <a:rPr lang="en-GB" dirty="0" err="1"/>
              <a:t>součástí</a:t>
            </a:r>
            <a:r>
              <a:rPr lang="en-GB" dirty="0"/>
              <a:t> </a:t>
            </a:r>
            <a:r>
              <a:rPr lang="en-GB" dirty="0" err="1"/>
              <a:t>balíčku</a:t>
            </a:r>
            <a:r>
              <a:rPr lang="en-GB" dirty="0"/>
              <a:t> </a:t>
            </a:r>
            <a:r>
              <a:rPr lang="en-GB" dirty="0" err="1"/>
              <a:t>java.util</a:t>
            </a:r>
            <a:endParaRPr lang="en-GB" dirty="0"/>
          </a:p>
          <a:p>
            <a:r>
              <a:rPr lang="en-GB" dirty="0" err="1"/>
              <a:t>jsou</a:t>
            </a:r>
            <a:r>
              <a:rPr lang="en-GB" dirty="0"/>
              <a:t> </a:t>
            </a:r>
            <a:r>
              <a:rPr lang="en-GB" dirty="0" err="1"/>
              <a:t>základními</a:t>
            </a:r>
            <a:r>
              <a:rPr lang="en-GB" dirty="0"/>
              <a:t> </a:t>
            </a:r>
            <a:r>
              <a:rPr lang="en-GB" dirty="0" err="1"/>
              <a:t>nástroji</a:t>
            </a:r>
            <a:r>
              <a:rPr lang="en-GB" dirty="0"/>
              <a:t> pro </a:t>
            </a:r>
            <a:r>
              <a:rPr lang="en-GB" dirty="0" err="1"/>
              <a:t>práci</a:t>
            </a:r>
            <a:r>
              <a:rPr lang="en-GB" dirty="0"/>
              <a:t> s </a:t>
            </a:r>
            <a:r>
              <a:rPr lang="en-GB" dirty="0" err="1"/>
              <a:t>daty</a:t>
            </a:r>
            <a:r>
              <a:rPr lang="en-GB" dirty="0"/>
              <a:t> </a:t>
            </a:r>
            <a:r>
              <a:rPr lang="en-GB" dirty="0" err="1"/>
              <a:t>jako</a:t>
            </a:r>
            <a:r>
              <a:rPr lang="en-GB" dirty="0"/>
              <a:t> </a:t>
            </a:r>
            <a:r>
              <a:rPr lang="en-GB" dirty="0" err="1"/>
              <a:t>jsou</a:t>
            </a:r>
            <a:r>
              <a:rPr lang="en-GB" dirty="0"/>
              <a:t> </a:t>
            </a:r>
            <a:r>
              <a:rPr lang="en-GB" dirty="0" err="1"/>
              <a:t>seznamy</a:t>
            </a:r>
            <a:r>
              <a:rPr lang="en-GB" dirty="0"/>
              <a:t>, </a:t>
            </a:r>
            <a:r>
              <a:rPr lang="en-GB" dirty="0" err="1"/>
              <a:t>množiny</a:t>
            </a:r>
            <a:r>
              <a:rPr lang="en-GB" dirty="0"/>
              <a:t> </a:t>
            </a:r>
            <a:r>
              <a:rPr lang="en-GB" dirty="0" err="1"/>
              <a:t>nebo</a:t>
            </a:r>
            <a:r>
              <a:rPr lang="en-GB" dirty="0"/>
              <a:t> </a:t>
            </a:r>
            <a:r>
              <a:rPr lang="en-GB" dirty="0" err="1"/>
              <a:t>mapy</a:t>
            </a:r>
            <a:endParaRPr lang="en-GB" dirty="0"/>
          </a:p>
          <a:p>
            <a:r>
              <a:rPr lang="en-GB" dirty="0" err="1"/>
              <a:t>Rozdělení</a:t>
            </a:r>
            <a:r>
              <a:rPr lang="en-GB" dirty="0"/>
              <a:t>: </a:t>
            </a:r>
            <a:r>
              <a:rPr lang="en-GB" dirty="0" err="1"/>
              <a:t>Obecné</a:t>
            </a:r>
            <a:r>
              <a:rPr lang="en-GB" dirty="0"/>
              <a:t> a </a:t>
            </a:r>
            <a:r>
              <a:rPr lang="en-GB" dirty="0" err="1"/>
              <a:t>Generické</a:t>
            </a:r>
            <a:endParaRPr lang="en-GB" dirty="0"/>
          </a:p>
          <a:p>
            <a:pPr marL="0" indent="0">
              <a:buNone/>
            </a:pP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36038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205F4-4B8C-FC63-050E-F1C8A045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Obecné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87CA0-E26D-92FE-7CB2-F639CCD6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75687"/>
            <a:ext cx="9905998" cy="3124201"/>
          </a:xfrm>
        </p:spPr>
        <p:txBody>
          <a:bodyPr/>
          <a:lstStyle/>
          <a:p>
            <a:r>
              <a:rPr lang="en-GB" dirty="0"/>
              <a:t>P</a:t>
            </a:r>
            <a:r>
              <a:rPr lang="en-CZ" dirty="0"/>
              <a:t>rvky jsou dat. </a:t>
            </a:r>
            <a:r>
              <a:rPr lang="en-GB" dirty="0"/>
              <a:t>t</a:t>
            </a:r>
            <a:r>
              <a:rPr lang="en-CZ" dirty="0"/>
              <a:t>ypu Object</a:t>
            </a:r>
          </a:p>
          <a:p>
            <a:r>
              <a:rPr lang="en-CZ" dirty="0"/>
              <a:t>Při vkládání nejsme nijak omezeni, ale při vyjmutí musíme přetypovávat z Objektu</a:t>
            </a:r>
          </a:p>
          <a:p>
            <a:r>
              <a:rPr lang="en-GB" dirty="0"/>
              <a:t>Tyto </a:t>
            </a:r>
            <a:r>
              <a:rPr lang="en-GB" dirty="0" err="1"/>
              <a:t>kolekce</a:t>
            </a:r>
            <a:r>
              <a:rPr lang="en-GB" dirty="0"/>
              <a:t> </a:t>
            </a:r>
            <a:r>
              <a:rPr lang="en-GB" dirty="0" err="1"/>
              <a:t>nejsou</a:t>
            </a:r>
            <a:r>
              <a:rPr lang="en-GB" dirty="0"/>
              <a:t> </a:t>
            </a:r>
            <a:r>
              <a:rPr lang="en-GB" dirty="0" err="1"/>
              <a:t>parametrizované</a:t>
            </a:r>
            <a:r>
              <a:rPr lang="en-GB" dirty="0"/>
              <a:t> - </a:t>
            </a:r>
            <a:r>
              <a:rPr lang="en-GB" dirty="0" err="1"/>
              <a:t>mohou</a:t>
            </a:r>
            <a:r>
              <a:rPr lang="en-GB" dirty="0"/>
              <a:t> </a:t>
            </a:r>
            <a:r>
              <a:rPr lang="en-GB" dirty="0" err="1"/>
              <a:t>obsahovat</a:t>
            </a:r>
            <a:r>
              <a:rPr lang="en-GB" dirty="0"/>
              <a:t> </a:t>
            </a:r>
            <a:r>
              <a:rPr lang="en-GB" dirty="0" err="1"/>
              <a:t>jakýkoli</a:t>
            </a:r>
            <a:r>
              <a:rPr lang="en-GB" dirty="0"/>
              <a:t> </a:t>
            </a:r>
            <a:r>
              <a:rPr lang="en-GB" dirty="0" err="1"/>
              <a:t>typ</a:t>
            </a:r>
            <a:r>
              <a:rPr lang="en-GB" dirty="0"/>
              <a:t> </a:t>
            </a:r>
            <a:r>
              <a:rPr lang="en-GB" dirty="0" err="1"/>
              <a:t>objektů</a:t>
            </a:r>
            <a:r>
              <a:rPr lang="en-GB" dirty="0"/>
              <a:t> (</a:t>
            </a:r>
            <a:r>
              <a:rPr lang="en-GB" dirty="0" err="1"/>
              <a:t>např</a:t>
            </a:r>
            <a:r>
              <a:rPr lang="en-GB" dirty="0"/>
              <a:t>. List, Set, Map) bez </a:t>
            </a:r>
            <a:r>
              <a:rPr lang="en-GB" dirty="0" err="1"/>
              <a:t>uvedení</a:t>
            </a:r>
            <a:r>
              <a:rPr lang="en-GB" dirty="0"/>
              <a:t> </a:t>
            </a:r>
            <a:r>
              <a:rPr lang="en-GB" dirty="0" err="1"/>
              <a:t>konkrétního</a:t>
            </a:r>
            <a:r>
              <a:rPr lang="en-GB" dirty="0"/>
              <a:t> </a:t>
            </a:r>
            <a:r>
              <a:rPr lang="en-GB" dirty="0" err="1"/>
              <a:t>typu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4525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08A0-751F-FE08-7366-470AD5F3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Generické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D1745-3D48-85A4-419F-583F3A504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Při</a:t>
            </a:r>
            <a:r>
              <a:rPr lang="en-GB" dirty="0"/>
              <a:t> </a:t>
            </a:r>
            <a:r>
              <a:rPr lang="en-GB" dirty="0" err="1"/>
              <a:t>vytváření</a:t>
            </a:r>
            <a:r>
              <a:rPr lang="en-GB" dirty="0"/>
              <a:t> </a:t>
            </a:r>
            <a:r>
              <a:rPr lang="en-GB" dirty="0" err="1"/>
              <a:t>specifikujeme</a:t>
            </a:r>
            <a:r>
              <a:rPr lang="en-GB" dirty="0"/>
              <a:t> </a:t>
            </a:r>
            <a:r>
              <a:rPr lang="en-GB" dirty="0" err="1"/>
              <a:t>datový</a:t>
            </a:r>
            <a:r>
              <a:rPr lang="en-GB" dirty="0"/>
              <a:t> </a:t>
            </a:r>
            <a:r>
              <a:rPr lang="en-GB" dirty="0" err="1"/>
              <a:t>typ</a:t>
            </a:r>
            <a:r>
              <a:rPr lang="en-GB" dirty="0"/>
              <a:t> (</a:t>
            </a:r>
            <a:r>
              <a:rPr lang="en-GB" dirty="0" err="1"/>
              <a:t>pomocí</a:t>
            </a:r>
            <a:r>
              <a:rPr lang="en-GB" dirty="0"/>
              <a:t> Wrapper class) a </a:t>
            </a:r>
            <a:r>
              <a:rPr lang="en-GB" dirty="0" err="1"/>
              <a:t>poté</a:t>
            </a:r>
            <a:r>
              <a:rPr lang="en-GB" dirty="0"/>
              <a:t> </a:t>
            </a:r>
            <a:r>
              <a:rPr lang="en-GB" dirty="0" err="1"/>
              <a:t>musí</a:t>
            </a:r>
            <a:r>
              <a:rPr lang="en-GB" dirty="0"/>
              <a:t> </a:t>
            </a:r>
            <a:r>
              <a:rPr lang="en-GB" dirty="0" err="1"/>
              <a:t>být</a:t>
            </a:r>
            <a:r>
              <a:rPr lang="en-GB" dirty="0"/>
              <a:t> </a:t>
            </a:r>
            <a:r>
              <a:rPr lang="en-GB" dirty="0" err="1"/>
              <a:t>všechny</a:t>
            </a:r>
            <a:r>
              <a:rPr lang="en-GB" dirty="0"/>
              <a:t> </a:t>
            </a:r>
            <a:r>
              <a:rPr lang="en-GB" dirty="0" err="1"/>
              <a:t>prvky</a:t>
            </a:r>
            <a:r>
              <a:rPr lang="en-GB" dirty="0"/>
              <a:t> v </a:t>
            </a:r>
            <a:r>
              <a:rPr lang="en-GB" dirty="0" err="1"/>
              <a:t>kolekci</a:t>
            </a:r>
            <a:r>
              <a:rPr lang="en-GB" dirty="0"/>
              <a:t> </a:t>
            </a:r>
            <a:r>
              <a:rPr lang="en-GB" dirty="0" err="1"/>
              <a:t>daného</a:t>
            </a:r>
            <a:r>
              <a:rPr lang="en-GB" dirty="0"/>
              <a:t> dat. </a:t>
            </a:r>
            <a:r>
              <a:rPr lang="en-GB" dirty="0" err="1"/>
              <a:t>typu</a:t>
            </a:r>
            <a:endParaRPr lang="en-GB" dirty="0"/>
          </a:p>
          <a:p>
            <a:r>
              <a:rPr lang="en-GB" dirty="0"/>
              <a:t>Tedy </a:t>
            </a:r>
            <a:r>
              <a:rPr lang="en-GB" dirty="0" err="1"/>
              <a:t>vložit</a:t>
            </a:r>
            <a:r>
              <a:rPr lang="en-GB" dirty="0"/>
              <a:t> </a:t>
            </a:r>
            <a:r>
              <a:rPr lang="en-GB" dirty="0" err="1"/>
              <a:t>lze</a:t>
            </a:r>
            <a:r>
              <a:rPr lang="en-GB" dirty="0"/>
              <a:t> </a:t>
            </a:r>
            <a:r>
              <a:rPr lang="en-GB" dirty="0" err="1"/>
              <a:t>jenom</a:t>
            </a:r>
            <a:r>
              <a:rPr lang="en-GB" dirty="0"/>
              <a:t> </a:t>
            </a:r>
            <a:r>
              <a:rPr lang="en-GB" dirty="0" err="1"/>
              <a:t>zadaný</a:t>
            </a:r>
            <a:r>
              <a:rPr lang="en-GB" dirty="0"/>
              <a:t> </a:t>
            </a:r>
            <a:r>
              <a:rPr lang="en-GB" dirty="0" err="1"/>
              <a:t>datový</a:t>
            </a:r>
            <a:r>
              <a:rPr lang="en-GB" dirty="0"/>
              <a:t> </a:t>
            </a:r>
            <a:r>
              <a:rPr lang="en-GB" dirty="0" err="1"/>
              <a:t>typ</a:t>
            </a:r>
            <a:r>
              <a:rPr lang="en-GB" dirty="0"/>
              <a:t>, ale </a:t>
            </a:r>
            <a:r>
              <a:rPr lang="en-GB" dirty="0" err="1"/>
              <a:t>při</a:t>
            </a:r>
            <a:r>
              <a:rPr lang="en-GB" dirty="0"/>
              <a:t> </a:t>
            </a:r>
            <a:r>
              <a:rPr lang="en-GB" dirty="0" err="1"/>
              <a:t>vyjmutí</a:t>
            </a:r>
            <a:r>
              <a:rPr lang="en-GB" dirty="0"/>
              <a:t> </a:t>
            </a:r>
            <a:r>
              <a:rPr lang="en-GB" dirty="0" err="1"/>
              <a:t>nemusíme</a:t>
            </a:r>
            <a:r>
              <a:rPr lang="en-GB" dirty="0"/>
              <a:t> </a:t>
            </a:r>
            <a:r>
              <a:rPr lang="en-GB" dirty="0" err="1"/>
              <a:t>přetypovávat</a:t>
            </a:r>
            <a:endParaRPr lang="en-GB" dirty="0"/>
          </a:p>
          <a:p>
            <a:r>
              <a:rPr lang="en-GB" dirty="0" err="1"/>
              <a:t>Generické</a:t>
            </a:r>
            <a:r>
              <a:rPr lang="en-GB" dirty="0"/>
              <a:t> </a:t>
            </a:r>
            <a:r>
              <a:rPr lang="en-GB" dirty="0" err="1"/>
              <a:t>kolekce</a:t>
            </a:r>
            <a:r>
              <a:rPr lang="en-GB" dirty="0"/>
              <a:t> </a:t>
            </a:r>
            <a:r>
              <a:rPr lang="en-GB" dirty="0" err="1"/>
              <a:t>umožňují</a:t>
            </a:r>
            <a:r>
              <a:rPr lang="en-GB" dirty="0"/>
              <a:t> </a:t>
            </a:r>
            <a:r>
              <a:rPr lang="en-GB" dirty="0" err="1"/>
              <a:t>určit</a:t>
            </a:r>
            <a:r>
              <a:rPr lang="en-GB" dirty="0"/>
              <a:t> </a:t>
            </a:r>
            <a:r>
              <a:rPr lang="en-GB" dirty="0" err="1"/>
              <a:t>konkrétní</a:t>
            </a:r>
            <a:r>
              <a:rPr lang="en-GB" dirty="0"/>
              <a:t> </a:t>
            </a:r>
            <a:r>
              <a:rPr lang="en-GB" dirty="0" err="1"/>
              <a:t>typ</a:t>
            </a:r>
            <a:r>
              <a:rPr lang="en-GB" dirty="0"/>
              <a:t> </a:t>
            </a:r>
            <a:r>
              <a:rPr lang="en-GB" dirty="0" err="1"/>
              <a:t>objektů</a:t>
            </a:r>
            <a:r>
              <a:rPr lang="en-GB" dirty="0"/>
              <a:t>, </a:t>
            </a:r>
            <a:r>
              <a:rPr lang="en-GB" dirty="0" err="1"/>
              <a:t>které</a:t>
            </a:r>
            <a:r>
              <a:rPr lang="en-GB" dirty="0"/>
              <a:t> </a:t>
            </a:r>
            <a:r>
              <a:rPr lang="en-GB" dirty="0" err="1"/>
              <a:t>mohou</a:t>
            </a:r>
            <a:r>
              <a:rPr lang="en-GB" dirty="0"/>
              <a:t> </a:t>
            </a:r>
            <a:r>
              <a:rPr lang="en-GB" dirty="0" err="1"/>
              <a:t>obsahovat</a:t>
            </a:r>
            <a:r>
              <a:rPr lang="en-GB" dirty="0"/>
              <a:t>. To </a:t>
            </a:r>
            <a:r>
              <a:rPr lang="en-GB" dirty="0" err="1"/>
              <a:t>zajišťuje</a:t>
            </a:r>
            <a:r>
              <a:rPr lang="en-GB" dirty="0"/>
              <a:t> </a:t>
            </a:r>
            <a:r>
              <a:rPr lang="en-GB" dirty="0" err="1"/>
              <a:t>typovou</a:t>
            </a:r>
            <a:r>
              <a:rPr lang="en-GB" dirty="0"/>
              <a:t> </a:t>
            </a:r>
            <a:r>
              <a:rPr lang="en-GB" dirty="0" err="1"/>
              <a:t>bezpečnost</a:t>
            </a:r>
            <a:r>
              <a:rPr lang="en-GB" dirty="0"/>
              <a:t> a </a:t>
            </a:r>
            <a:r>
              <a:rPr lang="en-GB" dirty="0" err="1"/>
              <a:t>eliminuje</a:t>
            </a:r>
            <a:r>
              <a:rPr lang="en-GB" dirty="0"/>
              <a:t> </a:t>
            </a:r>
            <a:r>
              <a:rPr lang="en-GB" dirty="0" err="1"/>
              <a:t>potřebu</a:t>
            </a:r>
            <a:r>
              <a:rPr lang="en-GB" dirty="0"/>
              <a:t> </a:t>
            </a:r>
            <a:r>
              <a:rPr lang="en-GB" dirty="0" err="1"/>
              <a:t>přetypování</a:t>
            </a:r>
            <a:endParaRPr lang="en-GB" dirty="0"/>
          </a:p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789623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1C00-437A-9D9C-896A-A80210A29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Operace</a:t>
            </a:r>
            <a:r>
              <a:rPr lang="en-GB" dirty="0"/>
              <a:t> s </a:t>
            </a:r>
            <a:r>
              <a:rPr lang="en-GB" dirty="0" err="1"/>
              <a:t>kolekcemi</a:t>
            </a:r>
            <a:br>
              <a:rPr lang="en-GB" dirty="0"/>
            </a:br>
            <a:endParaRPr lang="en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67F2A-A0D8-B8DD-309C-7154C1B11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05233"/>
            <a:ext cx="9905998" cy="2702010"/>
          </a:xfrm>
        </p:spPr>
        <p:txBody>
          <a:bodyPr/>
          <a:lstStyle/>
          <a:p>
            <a:r>
              <a:rPr lang="en-GB" dirty="0" err="1"/>
              <a:t>Přidávání</a:t>
            </a:r>
            <a:r>
              <a:rPr lang="en-GB" dirty="0"/>
              <a:t> </a:t>
            </a:r>
            <a:r>
              <a:rPr lang="en-GB" dirty="0" err="1"/>
              <a:t>prvků</a:t>
            </a:r>
            <a:r>
              <a:rPr lang="en-GB" dirty="0"/>
              <a:t> → add(), put()</a:t>
            </a:r>
          </a:p>
          <a:p>
            <a:r>
              <a:rPr lang="en-GB" dirty="0" err="1"/>
              <a:t>Mazání</a:t>
            </a:r>
            <a:r>
              <a:rPr lang="en-GB" dirty="0"/>
              <a:t> </a:t>
            </a:r>
            <a:r>
              <a:rPr lang="en-GB" dirty="0" err="1"/>
              <a:t>prvků</a:t>
            </a:r>
            <a:r>
              <a:rPr lang="en-GB" dirty="0"/>
              <a:t> → remove(), clear()</a:t>
            </a:r>
          </a:p>
          <a:p>
            <a:r>
              <a:rPr lang="en-GB" dirty="0" err="1"/>
              <a:t>Hledání</a:t>
            </a:r>
            <a:r>
              <a:rPr lang="en-GB" dirty="0"/>
              <a:t> </a:t>
            </a:r>
            <a:r>
              <a:rPr lang="en-GB" dirty="0" err="1"/>
              <a:t>prvků</a:t>
            </a:r>
            <a:r>
              <a:rPr lang="en-GB" dirty="0"/>
              <a:t> → contains(), get()</a:t>
            </a:r>
          </a:p>
          <a:p>
            <a:r>
              <a:rPr lang="en-GB" dirty="0" err="1"/>
              <a:t>Iterace</a:t>
            </a:r>
            <a:r>
              <a:rPr lang="en-GB" dirty="0"/>
              <a:t> (</a:t>
            </a:r>
            <a:r>
              <a:rPr lang="en-GB" dirty="0" err="1"/>
              <a:t>procházení</a:t>
            </a:r>
            <a:r>
              <a:rPr lang="en-GB" dirty="0"/>
              <a:t>) → for-each, Iterator</a:t>
            </a:r>
          </a:p>
          <a:p>
            <a:endParaRPr lang="en-C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B45C7-449B-53F9-B66A-53B3914E5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77" y="3810268"/>
            <a:ext cx="10647046" cy="148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44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11153-B95E-B08F-8264-2DA89663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Typy</a:t>
            </a:r>
            <a:r>
              <a:rPr lang="en-GB" dirty="0"/>
              <a:t> </a:t>
            </a:r>
            <a:r>
              <a:rPr lang="en-GB" dirty="0" err="1"/>
              <a:t>kolekcí</a:t>
            </a:r>
            <a:br>
              <a:rPr lang="en-GB" dirty="0"/>
            </a:br>
            <a:endParaRPr lang="en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FFCFD-B62A-CE9A-EBF8-7CDC71A7B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58097"/>
            <a:ext cx="9905998" cy="4168346"/>
          </a:xfrm>
        </p:spPr>
        <p:txBody>
          <a:bodyPr>
            <a:normAutofit/>
          </a:bodyPr>
          <a:lstStyle/>
          <a:p>
            <a:r>
              <a:rPr lang="en-GB" sz="2400" dirty="0"/>
              <a:t>List – </a:t>
            </a:r>
            <a:r>
              <a:rPr lang="en-GB" sz="2400" dirty="0" err="1"/>
              <a:t>umožňují</a:t>
            </a:r>
            <a:r>
              <a:rPr lang="en-GB" sz="2400" dirty="0"/>
              <a:t> </a:t>
            </a:r>
            <a:r>
              <a:rPr lang="en-GB" sz="2400" dirty="0" err="1"/>
              <a:t>duplikáty</a:t>
            </a:r>
            <a:endParaRPr lang="en-GB" sz="2400" dirty="0"/>
          </a:p>
          <a:p>
            <a:pPr lvl="1"/>
            <a:r>
              <a:rPr lang="en-GB" sz="2400" dirty="0" err="1"/>
              <a:t>Přístup</a:t>
            </a:r>
            <a:r>
              <a:rPr lang="en-GB" sz="2400" dirty="0"/>
              <a:t> </a:t>
            </a:r>
            <a:r>
              <a:rPr lang="en-GB" sz="2400" dirty="0" err="1"/>
              <a:t>přes</a:t>
            </a:r>
            <a:r>
              <a:rPr lang="en-GB" sz="2400" dirty="0"/>
              <a:t> </a:t>
            </a:r>
            <a:r>
              <a:rPr lang="en-GB" sz="2400" dirty="0" err="1"/>
              <a:t>indexy</a:t>
            </a:r>
            <a:endParaRPr lang="en-GB" sz="2400" dirty="0"/>
          </a:p>
          <a:p>
            <a:r>
              <a:rPr lang="en-GB" sz="2400" dirty="0"/>
              <a:t>Set – </a:t>
            </a:r>
            <a:r>
              <a:rPr lang="en-GB" sz="2400" dirty="0" err="1"/>
              <a:t>neuspořádané</a:t>
            </a:r>
            <a:r>
              <a:rPr lang="en-GB" sz="2400" dirty="0"/>
              <a:t> </a:t>
            </a:r>
            <a:r>
              <a:rPr lang="en-GB" sz="2400" dirty="0" err="1"/>
              <a:t>kolekce</a:t>
            </a:r>
            <a:r>
              <a:rPr lang="en-GB" sz="2400" dirty="0"/>
              <a:t>, </a:t>
            </a:r>
            <a:r>
              <a:rPr lang="en-GB" sz="2400" dirty="0" err="1"/>
              <a:t>neumožňují</a:t>
            </a:r>
            <a:r>
              <a:rPr lang="en-GB" sz="2400" dirty="0"/>
              <a:t> </a:t>
            </a:r>
            <a:r>
              <a:rPr lang="en-GB" sz="2400" dirty="0" err="1"/>
              <a:t>duplikáty</a:t>
            </a:r>
            <a:endParaRPr lang="en-GB" sz="2400" dirty="0"/>
          </a:p>
          <a:p>
            <a:pPr lvl="1"/>
            <a:r>
              <a:rPr lang="en-GB" sz="2400" dirty="0"/>
              <a:t> </a:t>
            </a:r>
            <a:r>
              <a:rPr lang="en-GB" sz="2400" dirty="0" err="1"/>
              <a:t>Každý</a:t>
            </a:r>
            <a:r>
              <a:rPr lang="en-GB" sz="2400" dirty="0"/>
              <a:t> </a:t>
            </a:r>
            <a:r>
              <a:rPr lang="en-GB" sz="2400" dirty="0" err="1"/>
              <a:t>prvek</a:t>
            </a:r>
            <a:r>
              <a:rPr lang="en-GB" sz="2400" dirty="0"/>
              <a:t> je </a:t>
            </a:r>
            <a:r>
              <a:rPr lang="en-GB" sz="2400" dirty="0" err="1"/>
              <a:t>unikátní</a:t>
            </a:r>
            <a:endParaRPr lang="en-GB" sz="2400" dirty="0"/>
          </a:p>
          <a:p>
            <a:r>
              <a:rPr lang="en-GB" sz="2400" dirty="0"/>
              <a:t>Map – </a:t>
            </a:r>
            <a:r>
              <a:rPr lang="en-GB" sz="2400" dirty="0" err="1"/>
              <a:t>kolekce</a:t>
            </a:r>
            <a:r>
              <a:rPr lang="en-GB" sz="2400" dirty="0"/>
              <a:t> </a:t>
            </a:r>
            <a:r>
              <a:rPr lang="en-GB" sz="2400" dirty="0" err="1"/>
              <a:t>klíč-hodnota</a:t>
            </a:r>
            <a:endParaRPr lang="en-GB" sz="2400" dirty="0"/>
          </a:p>
          <a:p>
            <a:pPr lvl="1"/>
            <a:r>
              <a:rPr lang="en-GB" sz="2400" dirty="0" err="1"/>
              <a:t>Každý</a:t>
            </a:r>
            <a:r>
              <a:rPr lang="en-GB" sz="2400" dirty="0"/>
              <a:t> </a:t>
            </a:r>
            <a:r>
              <a:rPr lang="en-GB" sz="2400" dirty="0" err="1"/>
              <a:t>klíč</a:t>
            </a:r>
            <a:r>
              <a:rPr lang="en-GB" sz="2400" dirty="0"/>
              <a:t> je </a:t>
            </a:r>
            <a:r>
              <a:rPr lang="en-GB" sz="2400" dirty="0" err="1"/>
              <a:t>unikátní</a:t>
            </a:r>
            <a:r>
              <a:rPr lang="en-GB" sz="2400" dirty="0"/>
              <a:t>, </a:t>
            </a:r>
            <a:r>
              <a:rPr lang="en-GB" sz="2400" dirty="0" err="1"/>
              <a:t>hodnoty</a:t>
            </a:r>
            <a:r>
              <a:rPr lang="en-GB" sz="2400" dirty="0"/>
              <a:t> se </a:t>
            </a:r>
            <a:r>
              <a:rPr lang="en-GB" sz="2400" dirty="0" err="1"/>
              <a:t>mohou</a:t>
            </a:r>
            <a:r>
              <a:rPr lang="en-GB" sz="2400" dirty="0"/>
              <a:t> </a:t>
            </a:r>
            <a:r>
              <a:rPr lang="en-GB" sz="2400" dirty="0" err="1"/>
              <a:t>opakovat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5353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E3A1-0651-783D-3980-01C55178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Využití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F4A4-CF2C-C90B-FB49-7115E9C0E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68533"/>
            <a:ext cx="9905998" cy="4164227"/>
          </a:xfrm>
        </p:spPr>
        <p:txBody>
          <a:bodyPr/>
          <a:lstStyle/>
          <a:p>
            <a:r>
              <a:rPr lang="en-GB" dirty="0"/>
              <a:t>List – </a:t>
            </a:r>
            <a:r>
              <a:rPr lang="en-GB" dirty="0" err="1"/>
              <a:t>Seznamy</a:t>
            </a:r>
            <a:r>
              <a:rPr lang="en-GB" dirty="0"/>
              <a:t> </a:t>
            </a:r>
            <a:r>
              <a:rPr lang="en-GB" dirty="0" err="1"/>
              <a:t>prvků</a:t>
            </a:r>
            <a:r>
              <a:rPr lang="en-GB" dirty="0"/>
              <a:t> (</a:t>
            </a:r>
            <a:r>
              <a:rPr lang="en-GB" dirty="0" err="1"/>
              <a:t>např</a:t>
            </a:r>
            <a:r>
              <a:rPr lang="en-GB" dirty="0"/>
              <a:t>. </a:t>
            </a:r>
            <a:r>
              <a:rPr lang="en-GB" dirty="0" err="1"/>
              <a:t>seznam</a:t>
            </a:r>
            <a:r>
              <a:rPr lang="en-GB" dirty="0"/>
              <a:t> </a:t>
            </a:r>
            <a:r>
              <a:rPr lang="en-GB" dirty="0" err="1"/>
              <a:t>studentů</a:t>
            </a:r>
            <a:r>
              <a:rPr lang="en-GB" dirty="0"/>
              <a:t>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Set – </a:t>
            </a:r>
            <a:r>
              <a:rPr lang="en-GB" dirty="0" err="1"/>
              <a:t>Množiny</a:t>
            </a:r>
            <a:r>
              <a:rPr lang="en-GB" dirty="0"/>
              <a:t> bez </a:t>
            </a:r>
            <a:r>
              <a:rPr lang="en-GB" dirty="0" err="1"/>
              <a:t>duplicit</a:t>
            </a:r>
            <a:r>
              <a:rPr lang="en-GB" dirty="0"/>
              <a:t> (</a:t>
            </a:r>
            <a:r>
              <a:rPr lang="en-GB" dirty="0" err="1"/>
              <a:t>např</a:t>
            </a:r>
            <a:r>
              <a:rPr lang="en-GB" dirty="0"/>
              <a:t>. </a:t>
            </a:r>
            <a:r>
              <a:rPr lang="en-GB" dirty="0" err="1"/>
              <a:t>unikátní</a:t>
            </a:r>
            <a:r>
              <a:rPr lang="en-GB" dirty="0"/>
              <a:t> ID </a:t>
            </a:r>
            <a:r>
              <a:rPr lang="en-GB" dirty="0" err="1"/>
              <a:t>uživatelů</a:t>
            </a:r>
            <a:r>
              <a:rPr lang="en-GB" dirty="0"/>
              <a:t>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Map – </a:t>
            </a:r>
            <a:r>
              <a:rPr lang="en-GB" dirty="0" err="1"/>
              <a:t>Přiřazení</a:t>
            </a:r>
            <a:r>
              <a:rPr lang="en-GB" dirty="0"/>
              <a:t> </a:t>
            </a:r>
            <a:r>
              <a:rPr lang="en-GB" dirty="0" err="1"/>
              <a:t>klíč-hodnota</a:t>
            </a:r>
            <a:r>
              <a:rPr lang="en-GB" dirty="0"/>
              <a:t> (</a:t>
            </a:r>
            <a:r>
              <a:rPr lang="en-GB" dirty="0" err="1"/>
              <a:t>např</a:t>
            </a:r>
            <a:r>
              <a:rPr lang="en-GB" dirty="0"/>
              <a:t>. </a:t>
            </a:r>
            <a:r>
              <a:rPr lang="en-GB" dirty="0" err="1"/>
              <a:t>slovník</a:t>
            </a:r>
            <a:r>
              <a:rPr lang="en-GB" dirty="0"/>
              <a:t> </a:t>
            </a:r>
            <a:r>
              <a:rPr lang="en-GB" dirty="0" err="1"/>
              <a:t>jméno</a:t>
            </a:r>
            <a:r>
              <a:rPr lang="en-GB" dirty="0"/>
              <a:t> → </a:t>
            </a:r>
            <a:r>
              <a:rPr lang="en-GB" dirty="0" err="1"/>
              <a:t>telefonní</a:t>
            </a:r>
            <a:r>
              <a:rPr lang="en-GB" dirty="0"/>
              <a:t> </a:t>
            </a:r>
            <a:r>
              <a:rPr lang="en-GB" dirty="0" err="1"/>
              <a:t>číslo</a:t>
            </a:r>
            <a:r>
              <a:rPr lang="en-GB" dirty="0"/>
              <a:t>)</a:t>
            </a:r>
          </a:p>
          <a:p>
            <a:endParaRPr lang="en-C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89DB9-6330-AAC9-462A-8FFD318F4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485" y="2510624"/>
            <a:ext cx="5867400" cy="76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06D3E9-9F4C-52E8-4BD4-4881707FF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485" y="3820390"/>
            <a:ext cx="5867400" cy="76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CE30CA-6B73-BBB5-9AA1-88FD1D7AA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485" y="5140547"/>
            <a:ext cx="58674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48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72F1-69E2-B1BA-A351-15D611F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Iterace</a:t>
            </a:r>
            <a:r>
              <a:rPr lang="en-GB" b="1" dirty="0"/>
              <a:t> </a:t>
            </a:r>
            <a:r>
              <a:rPr lang="en-GB" b="1" dirty="0" err="1"/>
              <a:t>kolekcí</a:t>
            </a:r>
            <a:br>
              <a:rPr lang="en-GB" dirty="0"/>
            </a:br>
            <a:endParaRPr lang="en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AC715-6551-CCB3-1E43-ED0862E39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57954"/>
            <a:ext cx="9905998" cy="4261024"/>
          </a:xfrm>
        </p:spPr>
        <p:txBody>
          <a:bodyPr/>
          <a:lstStyle/>
          <a:p>
            <a:r>
              <a:rPr lang="en-GB" dirty="0" err="1"/>
              <a:t>procházení</a:t>
            </a:r>
            <a:r>
              <a:rPr lang="en-GB" dirty="0"/>
              <a:t> </a:t>
            </a:r>
            <a:r>
              <a:rPr lang="en-GB" dirty="0" err="1"/>
              <a:t>všech</a:t>
            </a:r>
            <a:r>
              <a:rPr lang="en-GB" dirty="0"/>
              <a:t> </a:t>
            </a:r>
            <a:r>
              <a:rPr lang="en-GB" dirty="0" err="1"/>
              <a:t>prvků</a:t>
            </a:r>
            <a:r>
              <a:rPr lang="en-GB" dirty="0"/>
              <a:t> </a:t>
            </a:r>
            <a:r>
              <a:rPr lang="en-GB" dirty="0" err="1"/>
              <a:t>kolekce</a:t>
            </a:r>
            <a:endParaRPr lang="en-GB" dirty="0"/>
          </a:p>
          <a:p>
            <a:endParaRPr lang="en-GB" dirty="0"/>
          </a:p>
          <a:p>
            <a:r>
              <a:rPr lang="en-GB" dirty="0"/>
              <a:t> </a:t>
            </a:r>
            <a:r>
              <a:rPr lang="en-GB" dirty="0" err="1"/>
              <a:t>Použití</a:t>
            </a:r>
            <a:r>
              <a:rPr lang="en-GB" dirty="0"/>
              <a:t> for-each</a:t>
            </a:r>
          </a:p>
          <a:p>
            <a:endParaRPr lang="en-GB" dirty="0"/>
          </a:p>
          <a:p>
            <a:r>
              <a:rPr lang="en-GB" dirty="0" err="1"/>
              <a:t>Použití</a:t>
            </a:r>
            <a:r>
              <a:rPr lang="en-GB" dirty="0"/>
              <a:t> </a:t>
            </a:r>
            <a:r>
              <a:rPr lang="en-GB" dirty="0" err="1"/>
              <a:t>Iteratoru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Použití</a:t>
            </a:r>
            <a:r>
              <a:rPr lang="en-GB" dirty="0"/>
              <a:t> Stream API</a:t>
            </a:r>
          </a:p>
          <a:p>
            <a:endParaRPr lang="en-GB" dirty="0"/>
          </a:p>
          <a:p>
            <a:endParaRPr lang="en-C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E88C6-0DFF-2F54-84F2-5C7269EF2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598" y="2531416"/>
            <a:ext cx="4673600" cy="749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6144D8-3835-5358-293E-E53BA808E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598" y="3495244"/>
            <a:ext cx="4673600" cy="927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83DDAF-0DB2-5D2E-90EC-EE9C0B33B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598" y="4620396"/>
            <a:ext cx="46736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32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57165-3E01-A735-EB6C-A5DF785F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použítí</a:t>
            </a:r>
          </a:p>
        </p:txBody>
      </p:sp>
      <p:pic>
        <p:nvPicPr>
          <p:cNvPr id="6" name="Content Placeholder 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8F14907E-CC7C-177E-E2A4-9F2FC6168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7233" b="1"/>
          <a:stretch/>
        </p:blipFill>
        <p:spPr>
          <a:xfrm>
            <a:off x="1001796" y="2795154"/>
            <a:ext cx="10188408" cy="1398605"/>
          </a:xfrm>
        </p:spPr>
      </p:pic>
    </p:spTree>
    <p:extLst>
      <p:ext uri="{BB962C8B-B14F-4D97-AF65-F5344CB8AC3E}">
        <p14:creationId xmlns:p14="http://schemas.microsoft.com/office/powerpoint/2010/main" val="33344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9909-A21B-AD65-BBE5-2C352E851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286" y="432953"/>
            <a:ext cx="4769428" cy="1905000"/>
          </a:xfrm>
        </p:spPr>
        <p:txBody>
          <a:bodyPr/>
          <a:lstStyle/>
          <a:p>
            <a:r>
              <a:rPr lang="en-CZ" dirty="0"/>
              <a:t>Děkuji za pozornost</a:t>
            </a:r>
          </a:p>
        </p:txBody>
      </p:sp>
      <p:pic>
        <p:nvPicPr>
          <p:cNvPr id="1028" name="Picture 4" descr="How to become a professional programmer fast - World leading higher  education information and services">
            <a:extLst>
              <a:ext uri="{FF2B5EF4-FFF2-40B4-BE49-F238E27FC236}">
                <a16:creationId xmlns:a16="http://schemas.microsoft.com/office/drawing/2014/main" id="{87C4E855-1976-F70F-6360-6445E7F7BA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800" y="1968589"/>
            <a:ext cx="5478399" cy="369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175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6110</TotalTime>
  <Words>746</Words>
  <Application>Microsoft Macintosh PowerPoint</Application>
  <PresentationFormat>Widescreen</PresentationFormat>
  <Paragraphs>84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Century Gothic</vt:lpstr>
      <vt:lpstr>Mesh</vt:lpstr>
      <vt:lpstr>Kolekce</vt:lpstr>
      <vt:lpstr>Kolekce</vt:lpstr>
      <vt:lpstr>Obecné</vt:lpstr>
      <vt:lpstr>Generické</vt:lpstr>
      <vt:lpstr>Operace s kolekcemi </vt:lpstr>
      <vt:lpstr>Typy kolekcí </vt:lpstr>
      <vt:lpstr>Využití</vt:lpstr>
      <vt:lpstr>Iterace kolekcí </vt:lpstr>
      <vt:lpstr>použítí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Mareš Lukáš</dc:creator>
  <cp:lastModifiedBy>Mareš Lukáš</cp:lastModifiedBy>
  <cp:revision>8</cp:revision>
  <dcterms:created xsi:type="dcterms:W3CDTF">2025-03-10T18:21:16Z</dcterms:created>
  <dcterms:modified xsi:type="dcterms:W3CDTF">2025-04-03T12:10:36Z</dcterms:modified>
</cp:coreProperties>
</file>