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0" r:id="rId6"/>
    <p:sldId id="266" r:id="rId7"/>
    <p:sldId id="261" r:id="rId8"/>
    <p:sldId id="267" r:id="rId9"/>
    <p:sldId id="264" r:id="rId1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B82082-B3C6-5500-D67D-63AF87C9BB03}" v="23" dt="2025-03-11T07:01:46.294"/>
    <p1510:client id="{A2044704-63FE-E6C6-BFF8-6ACBF6194DA5}" v="432" dt="2025-03-09T11:44:09.113"/>
    <p1510:client id="{DBC94923-D9CE-5A78-F74B-051B335ADCBA}" v="18" dt="2025-03-11T07:29:20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86" d="100"/>
          <a:sy n="86" d="100"/>
        </p:scale>
        <p:origin x="37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louch Martin" userId="S::l20210042@prumyslovkajihlava.cz::31602265-8e5e-44dd-9d14-650b534121ba" providerId="AD" clId="Web-{5AB82082-B3C6-5500-D67D-63AF87C9BB03}"/>
    <pc:docChg chg="modSld">
      <pc:chgData name="Kolouch Martin" userId="S::l20210042@prumyslovkajihlava.cz::31602265-8e5e-44dd-9d14-650b534121ba" providerId="AD" clId="Web-{5AB82082-B3C6-5500-D67D-63AF87C9BB03}" dt="2025-03-11T07:01:46.294" v="20" actId="14100"/>
      <pc:docMkLst>
        <pc:docMk/>
      </pc:docMkLst>
      <pc:sldChg chg="modSp">
        <pc:chgData name="Kolouch Martin" userId="S::l20210042@prumyslovkajihlava.cz::31602265-8e5e-44dd-9d14-650b534121ba" providerId="AD" clId="Web-{5AB82082-B3C6-5500-D67D-63AF87C9BB03}" dt="2025-03-11T07:00:36.945" v="2" actId="20577"/>
        <pc:sldMkLst>
          <pc:docMk/>
          <pc:sldMk cId="1850048626" sldId="258"/>
        </pc:sldMkLst>
        <pc:spChg chg="mod">
          <ac:chgData name="Kolouch Martin" userId="S::l20210042@prumyslovkajihlava.cz::31602265-8e5e-44dd-9d14-650b534121ba" providerId="AD" clId="Web-{5AB82082-B3C6-5500-D67D-63AF87C9BB03}" dt="2025-03-11T07:00:36.945" v="2" actId="20577"/>
          <ac:spMkLst>
            <pc:docMk/>
            <pc:sldMk cId="1850048626" sldId="258"/>
            <ac:spMk id="3" creationId="{95E267F7-37FC-C287-69B7-93239F85F145}"/>
          </ac:spMkLst>
        </pc:spChg>
      </pc:sldChg>
      <pc:sldChg chg="modSp">
        <pc:chgData name="Kolouch Martin" userId="S::l20210042@prumyslovkajihlava.cz::31602265-8e5e-44dd-9d14-650b534121ba" providerId="AD" clId="Web-{5AB82082-B3C6-5500-D67D-63AF87C9BB03}" dt="2025-03-11T07:00:58.603" v="18" actId="20577"/>
        <pc:sldMkLst>
          <pc:docMk/>
          <pc:sldMk cId="1354944322" sldId="265"/>
        </pc:sldMkLst>
        <pc:spChg chg="mod">
          <ac:chgData name="Kolouch Martin" userId="S::l20210042@prumyslovkajihlava.cz::31602265-8e5e-44dd-9d14-650b534121ba" providerId="AD" clId="Web-{5AB82082-B3C6-5500-D67D-63AF87C9BB03}" dt="2025-03-11T07:00:58.603" v="18" actId="20577"/>
          <ac:spMkLst>
            <pc:docMk/>
            <pc:sldMk cId="1354944322" sldId="265"/>
            <ac:spMk id="3" creationId="{33DB19E5-1F1F-DDC3-E055-62F95B110A89}"/>
          </ac:spMkLst>
        </pc:spChg>
      </pc:sldChg>
      <pc:sldChg chg="modSp">
        <pc:chgData name="Kolouch Martin" userId="S::l20210042@prumyslovkajihlava.cz::31602265-8e5e-44dd-9d14-650b534121ba" providerId="AD" clId="Web-{5AB82082-B3C6-5500-D67D-63AF87C9BB03}" dt="2025-03-11T07:01:28.761" v="19" actId="14100"/>
        <pc:sldMkLst>
          <pc:docMk/>
          <pc:sldMk cId="1342540451" sldId="266"/>
        </pc:sldMkLst>
        <pc:picChg chg="mod">
          <ac:chgData name="Kolouch Martin" userId="S::l20210042@prumyslovkajihlava.cz::31602265-8e5e-44dd-9d14-650b534121ba" providerId="AD" clId="Web-{5AB82082-B3C6-5500-D67D-63AF87C9BB03}" dt="2025-03-11T07:01:28.761" v="19" actId="14100"/>
          <ac:picMkLst>
            <pc:docMk/>
            <pc:sldMk cId="1342540451" sldId="266"/>
            <ac:picMk id="4" creationId="{2676A84F-9622-BC36-8602-8C9759FB531C}"/>
          </ac:picMkLst>
        </pc:picChg>
      </pc:sldChg>
      <pc:sldChg chg="modSp">
        <pc:chgData name="Kolouch Martin" userId="S::l20210042@prumyslovkajihlava.cz::31602265-8e5e-44dd-9d14-650b534121ba" providerId="AD" clId="Web-{5AB82082-B3C6-5500-D67D-63AF87C9BB03}" dt="2025-03-11T07:01:46.294" v="20" actId="14100"/>
        <pc:sldMkLst>
          <pc:docMk/>
          <pc:sldMk cId="394375617" sldId="267"/>
        </pc:sldMkLst>
        <pc:picChg chg="mod">
          <ac:chgData name="Kolouch Martin" userId="S::l20210042@prumyslovkajihlava.cz::31602265-8e5e-44dd-9d14-650b534121ba" providerId="AD" clId="Web-{5AB82082-B3C6-5500-D67D-63AF87C9BB03}" dt="2025-03-11T07:01:46.294" v="20" actId="14100"/>
          <ac:picMkLst>
            <pc:docMk/>
            <pc:sldMk cId="394375617" sldId="267"/>
            <ac:picMk id="6" creationId="{5F61A856-D390-DC3B-EAA5-511EA98074A6}"/>
          </ac:picMkLst>
        </pc:picChg>
      </pc:sldChg>
    </pc:docChg>
  </pc:docChgLst>
  <pc:docChgLst>
    <pc:chgData name="Kolouch Martin" userId="S::l20210042@prumyslovkajihlava.cz::31602265-8e5e-44dd-9d14-650b534121ba" providerId="AD" clId="Web-{E37AFD60-C931-7832-09CC-C4E469101C8D}"/>
    <pc:docChg chg="addSld delSld modSld">
      <pc:chgData name="Kolouch Martin" userId="S::l20210042@prumyslovkajihlava.cz::31602265-8e5e-44dd-9d14-650b534121ba" providerId="AD" clId="Web-{E37AFD60-C931-7832-09CC-C4E469101C8D}" dt="2025-03-08T16:44:59.826" v="920" actId="20577"/>
      <pc:docMkLst>
        <pc:docMk/>
      </pc:docMkLst>
      <pc:sldChg chg="addSp delSp modSp mod setBg">
        <pc:chgData name="Kolouch Martin" userId="S::l20210042@prumyslovkajihlava.cz::31602265-8e5e-44dd-9d14-650b534121ba" providerId="AD" clId="Web-{E37AFD60-C931-7832-09CC-C4E469101C8D}" dt="2025-03-08T15:50:25.363" v="170" actId="20577"/>
        <pc:sldMkLst>
          <pc:docMk/>
          <pc:sldMk cId="3799523001" sldId="256"/>
        </pc:sldMkLst>
        <pc:spChg chg="mod">
          <ac:chgData name="Kolouch Martin" userId="S::l20210042@prumyslovkajihlava.cz::31602265-8e5e-44dd-9d14-650b534121ba" providerId="AD" clId="Web-{E37AFD60-C931-7832-09CC-C4E469101C8D}" dt="2025-03-08T15:50:25.363" v="170" actId="20577"/>
          <ac:spMkLst>
            <pc:docMk/>
            <pc:sldMk cId="3799523001" sldId="256"/>
            <ac:spMk id="2" creationId="{00000000-0000-0000-0000-000000000000}"/>
          </ac:spMkLst>
        </pc:spChg>
        <pc:spChg chg="del mod">
          <ac:chgData name="Kolouch Martin" userId="S::l20210042@prumyslovkajihlava.cz::31602265-8e5e-44dd-9d14-650b534121ba" providerId="AD" clId="Web-{E37AFD60-C931-7832-09CC-C4E469101C8D}" dt="2025-03-08T15:46:56.246" v="147"/>
          <ac:spMkLst>
            <pc:docMk/>
            <pc:sldMk cId="3799523001" sldId="256"/>
            <ac:spMk id="3" creationId="{00000000-0000-0000-0000-000000000000}"/>
          </ac:spMkLst>
        </pc:spChg>
        <pc:spChg chg="add del">
          <ac:chgData name="Kolouch Martin" userId="S::l20210042@prumyslovkajihlava.cz::31602265-8e5e-44dd-9d14-650b534121ba" providerId="AD" clId="Web-{E37AFD60-C931-7832-09CC-C4E469101C8D}" dt="2025-03-08T15:50:00.612" v="168"/>
          <ac:spMkLst>
            <pc:docMk/>
            <pc:sldMk cId="3799523001" sldId="256"/>
            <ac:spMk id="10" creationId="{A3363022-C969-41E9-8EB2-E4C94908C1FA}"/>
          </ac:spMkLst>
        </pc:spChg>
        <pc:spChg chg="add del">
          <ac:chgData name="Kolouch Martin" userId="S::l20210042@prumyslovkajihlava.cz::31602265-8e5e-44dd-9d14-650b534121ba" providerId="AD" clId="Web-{E37AFD60-C931-7832-09CC-C4E469101C8D}" dt="2025-03-08T15:50:00.612" v="168"/>
          <ac:spMkLst>
            <pc:docMk/>
            <pc:sldMk cId="3799523001" sldId="256"/>
            <ac:spMk id="12" creationId="{8D1AD6B3-BE88-4CEB-BA17-790657CC4729}"/>
          </ac:spMkLst>
        </pc:spChg>
        <pc:spChg chg="add">
          <ac:chgData name="Kolouch Martin" userId="S::l20210042@prumyslovkajihlava.cz::31602265-8e5e-44dd-9d14-650b534121ba" providerId="AD" clId="Web-{E37AFD60-C931-7832-09CC-C4E469101C8D}" dt="2025-03-08T15:50:00.612" v="168"/>
          <ac:spMkLst>
            <pc:docMk/>
            <pc:sldMk cId="3799523001" sldId="256"/>
            <ac:spMk id="22" creationId="{19D32F93-50AC-4C46-A5DB-291C60DDB7BD}"/>
          </ac:spMkLst>
        </pc:spChg>
        <pc:spChg chg="add">
          <ac:chgData name="Kolouch Martin" userId="S::l20210042@prumyslovkajihlava.cz::31602265-8e5e-44dd-9d14-650b534121ba" providerId="AD" clId="Web-{E37AFD60-C931-7832-09CC-C4E469101C8D}" dt="2025-03-08T15:50:00.612" v="168"/>
          <ac:spMkLst>
            <pc:docMk/>
            <pc:sldMk cId="3799523001" sldId="256"/>
            <ac:spMk id="24" creationId="{827DC2C4-B485-428A-BF4A-472D2967F47F}"/>
          </ac:spMkLst>
        </pc:spChg>
        <pc:spChg chg="add">
          <ac:chgData name="Kolouch Martin" userId="S::l20210042@prumyslovkajihlava.cz::31602265-8e5e-44dd-9d14-650b534121ba" providerId="AD" clId="Web-{E37AFD60-C931-7832-09CC-C4E469101C8D}" dt="2025-03-08T15:50:00.612" v="168"/>
          <ac:spMkLst>
            <pc:docMk/>
            <pc:sldMk cId="3799523001" sldId="256"/>
            <ac:spMk id="26" creationId="{EE04B5EB-F158-4507-90DD-BD23620C7CC9}"/>
          </ac:spMkLst>
        </pc:spChg>
        <pc:grpChg chg="add del">
          <ac:chgData name="Kolouch Martin" userId="S::l20210042@prumyslovkajihlava.cz::31602265-8e5e-44dd-9d14-650b534121ba" providerId="AD" clId="Web-{E37AFD60-C931-7832-09CC-C4E469101C8D}" dt="2025-03-08T15:50:00.612" v="168"/>
          <ac:grpSpMkLst>
            <pc:docMk/>
            <pc:sldMk cId="3799523001" sldId="256"/>
            <ac:grpSpMk id="14" creationId="{89D1390B-7E13-4B4F-9CB2-391063412E54}"/>
          </ac:grpSpMkLst>
        </pc:grpChg>
        <pc:picChg chg="add mod">
          <ac:chgData name="Kolouch Martin" userId="S::l20210042@prumyslovkajihlava.cz::31602265-8e5e-44dd-9d14-650b534121ba" providerId="AD" clId="Web-{E37AFD60-C931-7832-09CC-C4E469101C8D}" dt="2025-03-08T15:50:00.612" v="168"/>
          <ac:picMkLst>
            <pc:docMk/>
            <pc:sldMk cId="3799523001" sldId="256"/>
            <ac:picMk id="7" creationId="{1AB8EAA6-7FF5-4AD0-DD43-EEBE5EC57BEA}"/>
          </ac:picMkLst>
        </pc:picChg>
      </pc:sldChg>
      <pc:sldChg chg="addSp delSp modSp new mod setBg">
        <pc:chgData name="Kolouch Martin" userId="S::l20210042@prumyslovkajihlava.cz::31602265-8e5e-44dd-9d14-650b534121ba" providerId="AD" clId="Web-{E37AFD60-C931-7832-09CC-C4E469101C8D}" dt="2025-03-08T15:51:11.348" v="178" actId="1076"/>
        <pc:sldMkLst>
          <pc:docMk/>
          <pc:sldMk cId="1315316033" sldId="257"/>
        </pc:sldMkLst>
        <pc:spChg chg="mod">
          <ac:chgData name="Kolouch Martin" userId="S::l20210042@prumyslovkajihlava.cz::31602265-8e5e-44dd-9d14-650b534121ba" providerId="AD" clId="Web-{E37AFD60-C931-7832-09CC-C4E469101C8D}" dt="2025-03-08T15:50:58.161" v="173" actId="1076"/>
          <ac:spMkLst>
            <pc:docMk/>
            <pc:sldMk cId="1315316033" sldId="257"/>
            <ac:spMk id="2" creationId="{E48B2171-9E06-5C43-0CC8-335363E875E9}"/>
          </ac:spMkLst>
        </pc:spChg>
        <pc:spChg chg="mod ord">
          <ac:chgData name="Kolouch Martin" userId="S::l20210042@prumyslovkajihlava.cz::31602265-8e5e-44dd-9d14-650b534121ba" providerId="AD" clId="Web-{E37AFD60-C931-7832-09CC-C4E469101C8D}" dt="2025-03-08T15:51:00.817" v="174" actId="1076"/>
          <ac:spMkLst>
            <pc:docMk/>
            <pc:sldMk cId="1315316033" sldId="257"/>
            <ac:spMk id="3" creationId="{317F4437-642F-169E-D866-97A0F360A8C3}"/>
          </ac:spMkLst>
        </pc:spChg>
        <pc:spChg chg="add del mod">
          <ac:chgData name="Kolouch Martin" userId="S::l20210042@prumyslovkajihlava.cz::31602265-8e5e-44dd-9d14-650b534121ba" providerId="AD" clId="Web-{E37AFD60-C931-7832-09CC-C4E469101C8D}" dt="2025-03-08T15:36:29.523" v="51"/>
          <ac:spMkLst>
            <pc:docMk/>
            <pc:sldMk cId="1315316033" sldId="257"/>
            <ac:spMk id="5" creationId="{CBA96F91-7F1B-C9E2-F5D5-F68561761F78}"/>
          </ac:spMkLst>
        </pc:spChg>
        <pc:spChg chg="add del">
          <ac:chgData name="Kolouch Martin" userId="S::l20210042@prumyslovkajihlava.cz::31602265-8e5e-44dd-9d14-650b534121ba" providerId="AD" clId="Web-{E37AFD60-C931-7832-09CC-C4E469101C8D}" dt="2025-03-08T15:50:52.160" v="172"/>
          <ac:spMkLst>
            <pc:docMk/>
            <pc:sldMk cId="1315316033" sldId="257"/>
            <ac:spMk id="16" creationId="{18873D23-2DCF-4B31-A009-95721C06E8E1}"/>
          </ac:spMkLst>
        </pc:spChg>
        <pc:spChg chg="add del">
          <ac:chgData name="Kolouch Martin" userId="S::l20210042@prumyslovkajihlava.cz::31602265-8e5e-44dd-9d14-650b534121ba" providerId="AD" clId="Web-{E37AFD60-C931-7832-09CC-C4E469101C8D}" dt="2025-03-08T15:50:52.160" v="172"/>
          <ac:spMkLst>
            <pc:docMk/>
            <pc:sldMk cId="1315316033" sldId="257"/>
            <ac:spMk id="18" creationId="{C13EF075-D4EF-4929-ADBC-91B27DA19955}"/>
          </ac:spMkLst>
        </pc:spChg>
        <pc:spChg chg="add">
          <ac:chgData name="Kolouch Martin" userId="S::l20210042@prumyslovkajihlava.cz::31602265-8e5e-44dd-9d14-650b534121ba" providerId="AD" clId="Web-{E37AFD60-C931-7832-09CC-C4E469101C8D}" dt="2025-03-08T15:50:52.160" v="172"/>
          <ac:spMkLst>
            <pc:docMk/>
            <pc:sldMk cId="1315316033" sldId="257"/>
            <ac:spMk id="29" creationId="{081EA652-8C6A-4E69-BEB9-170809474553}"/>
          </ac:spMkLst>
        </pc:spChg>
        <pc:spChg chg="add">
          <ac:chgData name="Kolouch Martin" userId="S::l20210042@prumyslovkajihlava.cz::31602265-8e5e-44dd-9d14-650b534121ba" providerId="AD" clId="Web-{E37AFD60-C931-7832-09CC-C4E469101C8D}" dt="2025-03-08T15:50:52.160" v="172"/>
          <ac:spMkLst>
            <pc:docMk/>
            <pc:sldMk cId="1315316033" sldId="257"/>
            <ac:spMk id="31" creationId="{5298780A-33B9-4EA2-8F67-DE68AD62841B}"/>
          </ac:spMkLst>
        </pc:spChg>
        <pc:spChg chg="add">
          <ac:chgData name="Kolouch Martin" userId="S::l20210042@prumyslovkajihlava.cz::31602265-8e5e-44dd-9d14-650b534121ba" providerId="AD" clId="Web-{E37AFD60-C931-7832-09CC-C4E469101C8D}" dt="2025-03-08T15:50:52.160" v="172"/>
          <ac:spMkLst>
            <pc:docMk/>
            <pc:sldMk cId="1315316033" sldId="257"/>
            <ac:spMk id="33" creationId="{7F488E8B-4E1E-4402-8935-D4E6C02615C7}"/>
          </ac:spMkLst>
        </pc:spChg>
        <pc:grpChg chg="add del">
          <ac:chgData name="Kolouch Martin" userId="S::l20210042@prumyslovkajihlava.cz::31602265-8e5e-44dd-9d14-650b534121ba" providerId="AD" clId="Web-{E37AFD60-C931-7832-09CC-C4E469101C8D}" dt="2025-03-08T15:50:52.160" v="172"/>
          <ac:grpSpMkLst>
            <pc:docMk/>
            <pc:sldMk cId="1315316033" sldId="257"/>
            <ac:grpSpMk id="20" creationId="{DAA26DFA-AAB2-4973-9C17-16D587C7B198}"/>
          </ac:grpSpMkLst>
        </pc:grpChg>
        <pc:picChg chg="add del mod ord">
          <ac:chgData name="Kolouch Martin" userId="S::l20210042@prumyslovkajihlava.cz::31602265-8e5e-44dd-9d14-650b534121ba" providerId="AD" clId="Web-{E37AFD60-C931-7832-09CC-C4E469101C8D}" dt="2025-03-08T15:47:39.685" v="154"/>
          <ac:picMkLst>
            <pc:docMk/>
            <pc:sldMk cId="1315316033" sldId="257"/>
            <ac:picMk id="4" creationId="{0E56C2CF-A0B5-7F34-B2B8-C29A8B1B3ED6}"/>
          </ac:picMkLst>
        </pc:picChg>
        <pc:picChg chg="add del mod">
          <ac:chgData name="Kolouch Martin" userId="S::l20210042@prumyslovkajihlava.cz::31602265-8e5e-44dd-9d14-650b534121ba" providerId="AD" clId="Web-{E37AFD60-C931-7832-09CC-C4E469101C8D}" dt="2025-03-08T15:47:36.107" v="153"/>
          <ac:picMkLst>
            <pc:docMk/>
            <pc:sldMk cId="1315316033" sldId="257"/>
            <ac:picMk id="6" creationId="{3A608D26-202D-C2D1-7FC8-D7D46AF8D291}"/>
          </ac:picMkLst>
        </pc:picChg>
        <pc:picChg chg="add del mod">
          <ac:chgData name="Kolouch Martin" userId="S::l20210042@prumyslovkajihlava.cz::31602265-8e5e-44dd-9d14-650b534121ba" providerId="AD" clId="Web-{E37AFD60-C931-7832-09CC-C4E469101C8D}" dt="2025-03-08T15:50:40.332" v="171"/>
          <ac:picMkLst>
            <pc:docMk/>
            <pc:sldMk cId="1315316033" sldId="257"/>
            <ac:picMk id="7" creationId="{042D1482-FF7D-35BA-06C6-D8B00E4EAD83}"/>
          </ac:picMkLst>
        </pc:picChg>
        <pc:picChg chg="add mod">
          <ac:chgData name="Kolouch Martin" userId="S::l20210042@prumyslovkajihlava.cz::31602265-8e5e-44dd-9d14-650b534121ba" providerId="AD" clId="Web-{E37AFD60-C931-7832-09CC-C4E469101C8D}" dt="2025-03-08T15:51:11.348" v="178" actId="1076"/>
          <ac:picMkLst>
            <pc:docMk/>
            <pc:sldMk cId="1315316033" sldId="257"/>
            <ac:picMk id="8" creationId="{156EF9A8-4FC8-B6F7-D336-2AF46605B98F}"/>
          </ac:picMkLst>
        </pc:picChg>
        <pc:cxnChg chg="add del">
          <ac:chgData name="Kolouch Martin" userId="S::l20210042@prumyslovkajihlava.cz::31602265-8e5e-44dd-9d14-650b534121ba" providerId="AD" clId="Web-{E37AFD60-C931-7832-09CC-C4E469101C8D}" dt="2025-03-08T15:47:52.467" v="155"/>
          <ac:cxnSpMkLst>
            <pc:docMk/>
            <pc:sldMk cId="1315316033" sldId="257"/>
            <ac:cxnSpMk id="11" creationId="{37C77032-C865-6057-7D7A-E2743CFA20F9}"/>
          </ac:cxnSpMkLst>
        </pc:cxnChg>
      </pc:sldChg>
      <pc:sldChg chg="addSp modSp new mod setBg">
        <pc:chgData name="Kolouch Martin" userId="S::l20210042@prumyslovkajihlava.cz::31602265-8e5e-44dd-9d14-650b534121ba" providerId="AD" clId="Web-{E37AFD60-C931-7832-09CC-C4E469101C8D}" dt="2025-03-08T15:49:35.455" v="167" actId="14100"/>
        <pc:sldMkLst>
          <pc:docMk/>
          <pc:sldMk cId="1850048626" sldId="258"/>
        </pc:sldMkLst>
        <pc:spChg chg="mod">
          <ac:chgData name="Kolouch Martin" userId="S::l20210042@prumyslovkajihlava.cz::31602265-8e5e-44dd-9d14-650b534121ba" providerId="AD" clId="Web-{E37AFD60-C931-7832-09CC-C4E469101C8D}" dt="2025-03-08T15:49:21.173" v="161"/>
          <ac:spMkLst>
            <pc:docMk/>
            <pc:sldMk cId="1850048626" sldId="258"/>
            <ac:spMk id="2" creationId="{3C10A379-2A80-20FA-F897-62446278EA7A}"/>
          </ac:spMkLst>
        </pc:spChg>
        <pc:spChg chg="mod">
          <ac:chgData name="Kolouch Martin" userId="S::l20210042@prumyslovkajihlava.cz::31602265-8e5e-44dd-9d14-650b534121ba" providerId="AD" clId="Web-{E37AFD60-C931-7832-09CC-C4E469101C8D}" dt="2025-03-08T15:49:35.455" v="167" actId="14100"/>
          <ac:spMkLst>
            <pc:docMk/>
            <pc:sldMk cId="1850048626" sldId="258"/>
            <ac:spMk id="3" creationId="{95E267F7-37FC-C287-69B7-93239F85F145}"/>
          </ac:spMkLst>
        </pc:spChg>
        <pc:spChg chg="add">
          <ac:chgData name="Kolouch Martin" userId="S::l20210042@prumyslovkajihlava.cz::31602265-8e5e-44dd-9d14-650b534121ba" providerId="AD" clId="Web-{E37AFD60-C931-7832-09CC-C4E469101C8D}" dt="2025-03-08T15:49:21.173" v="161"/>
          <ac:spMkLst>
            <pc:docMk/>
            <pc:sldMk cId="1850048626" sldId="258"/>
            <ac:spMk id="8" creationId="{B6CDA21F-E7AF-4C75-8395-33F58D5B0E45}"/>
          </ac:spMkLst>
        </pc:spChg>
        <pc:spChg chg="add">
          <ac:chgData name="Kolouch Martin" userId="S::l20210042@prumyslovkajihlava.cz::31602265-8e5e-44dd-9d14-650b534121ba" providerId="AD" clId="Web-{E37AFD60-C931-7832-09CC-C4E469101C8D}" dt="2025-03-08T15:49:21.173" v="161"/>
          <ac:spMkLst>
            <pc:docMk/>
            <pc:sldMk cId="1850048626" sldId="258"/>
            <ac:spMk id="15" creationId="{D5B0017B-2ECA-49AF-B397-DC140825DF8D}"/>
          </ac:spMkLst>
        </pc:spChg>
        <pc:grpChg chg="add">
          <ac:chgData name="Kolouch Martin" userId="S::l20210042@prumyslovkajihlava.cz::31602265-8e5e-44dd-9d14-650b534121ba" providerId="AD" clId="Web-{E37AFD60-C931-7832-09CC-C4E469101C8D}" dt="2025-03-08T15:49:21.173" v="161"/>
          <ac:grpSpMkLst>
            <pc:docMk/>
            <pc:sldMk cId="1850048626" sldId="258"/>
            <ac:grpSpMk id="10" creationId="{AE1C45F0-260A-458C-96ED-C1F6D2151219}"/>
          </ac:grpSpMkLst>
        </pc:grpChg>
        <pc:cxnChg chg="add">
          <ac:chgData name="Kolouch Martin" userId="S::l20210042@prumyslovkajihlava.cz::31602265-8e5e-44dd-9d14-650b534121ba" providerId="AD" clId="Web-{E37AFD60-C931-7832-09CC-C4E469101C8D}" dt="2025-03-08T15:49:21.173" v="161"/>
          <ac:cxnSpMkLst>
            <pc:docMk/>
            <pc:sldMk cId="1850048626" sldId="258"/>
            <ac:cxnSpMk id="17" creationId="{6CF1BAF6-AD41-4082-B212-8A1F9A2E8779}"/>
          </ac:cxnSpMkLst>
        </pc:cxnChg>
      </pc:sldChg>
      <pc:sldChg chg="delSp modSp new del">
        <pc:chgData name="Kolouch Martin" userId="S::l20210042@prumyslovkajihlava.cz::31602265-8e5e-44dd-9d14-650b534121ba" providerId="AD" clId="Web-{E37AFD60-C931-7832-09CC-C4E469101C8D}" dt="2025-03-08T16:11:46.073" v="781"/>
        <pc:sldMkLst>
          <pc:docMk/>
          <pc:sldMk cId="818851309" sldId="259"/>
        </pc:sldMkLst>
        <pc:spChg chg="del">
          <ac:chgData name="Kolouch Martin" userId="S::l20210042@prumyslovkajihlava.cz::31602265-8e5e-44dd-9d14-650b534121ba" providerId="AD" clId="Web-{E37AFD60-C931-7832-09CC-C4E469101C8D}" dt="2025-03-08T15:46:29.949" v="144"/>
          <ac:spMkLst>
            <pc:docMk/>
            <pc:sldMk cId="818851309" sldId="259"/>
            <ac:spMk id="2" creationId="{06202350-BE86-D143-3FFF-69B6BA658A54}"/>
          </ac:spMkLst>
        </pc:spChg>
        <pc:spChg chg="mod">
          <ac:chgData name="Kolouch Martin" userId="S::l20210042@prumyslovkajihlava.cz::31602265-8e5e-44dd-9d14-650b534121ba" providerId="AD" clId="Web-{E37AFD60-C931-7832-09CC-C4E469101C8D}" dt="2025-03-08T15:46:33.777" v="145" actId="14100"/>
          <ac:spMkLst>
            <pc:docMk/>
            <pc:sldMk cId="818851309" sldId="259"/>
            <ac:spMk id="3" creationId="{C9F14440-B9B1-54EE-59AC-139275918613}"/>
          </ac:spMkLst>
        </pc:spChg>
      </pc:sldChg>
      <pc:sldChg chg="addSp delSp modSp new mod setBg">
        <pc:chgData name="Kolouch Martin" userId="S::l20210042@prumyslovkajihlava.cz::31602265-8e5e-44dd-9d14-650b534121ba" providerId="AD" clId="Web-{E37AFD60-C931-7832-09CC-C4E469101C8D}" dt="2025-03-08T16:01:04.579" v="356" actId="20577"/>
        <pc:sldMkLst>
          <pc:docMk/>
          <pc:sldMk cId="3900791581" sldId="260"/>
        </pc:sldMkLst>
        <pc:spChg chg="mod">
          <ac:chgData name="Kolouch Martin" userId="S::l20210042@prumyslovkajihlava.cz::31602265-8e5e-44dd-9d14-650b534121ba" providerId="AD" clId="Web-{E37AFD60-C931-7832-09CC-C4E469101C8D}" dt="2025-03-08T16:01:04.579" v="356" actId="20577"/>
          <ac:spMkLst>
            <pc:docMk/>
            <pc:sldMk cId="3900791581" sldId="260"/>
            <ac:spMk id="2" creationId="{3A57071A-646A-19D8-AC2B-CED1FCA6EA3D}"/>
          </ac:spMkLst>
        </pc:spChg>
        <pc:spChg chg="mod">
          <ac:chgData name="Kolouch Martin" userId="S::l20210042@prumyslovkajihlava.cz::31602265-8e5e-44dd-9d14-650b534121ba" providerId="AD" clId="Web-{E37AFD60-C931-7832-09CC-C4E469101C8D}" dt="2025-03-08T16:00:39.484" v="352" actId="1076"/>
          <ac:spMkLst>
            <pc:docMk/>
            <pc:sldMk cId="3900791581" sldId="260"/>
            <ac:spMk id="3" creationId="{38357153-2EA4-454A-D989-3FA1D39E063F}"/>
          </ac:spMkLst>
        </pc:spChg>
        <pc:spChg chg="add del">
          <ac:chgData name="Kolouch Martin" userId="S::l20210042@prumyslovkajihlava.cz::31602265-8e5e-44dd-9d14-650b534121ba" providerId="AD" clId="Web-{E37AFD60-C931-7832-09CC-C4E469101C8D}" dt="2025-03-08T16:00:06.327" v="348"/>
          <ac:spMkLst>
            <pc:docMk/>
            <pc:sldMk cId="3900791581" sldId="260"/>
            <ac:spMk id="8" creationId="{DBF61EA3-B236-439E-9C0B-340980D56BEE}"/>
          </ac:spMkLst>
        </pc:spChg>
        <pc:spChg chg="add del">
          <ac:chgData name="Kolouch Martin" userId="S::l20210042@prumyslovkajihlava.cz::31602265-8e5e-44dd-9d14-650b534121ba" providerId="AD" clId="Web-{E37AFD60-C931-7832-09CC-C4E469101C8D}" dt="2025-03-08T16:00:06.327" v="348"/>
          <ac:spMkLst>
            <pc:docMk/>
            <pc:sldMk cId="3900791581" sldId="260"/>
            <ac:spMk id="14" creationId="{E659831F-0D9A-4C63-9EBB-8435B85A440F}"/>
          </ac:spMkLst>
        </pc:spChg>
        <pc:spChg chg="add del">
          <ac:chgData name="Kolouch Martin" userId="S::l20210042@prumyslovkajihlava.cz::31602265-8e5e-44dd-9d14-650b534121ba" providerId="AD" clId="Web-{E37AFD60-C931-7832-09CC-C4E469101C8D}" dt="2025-03-08T16:00:18.765" v="350"/>
          <ac:spMkLst>
            <pc:docMk/>
            <pc:sldMk cId="3900791581" sldId="260"/>
            <ac:spMk id="16" creationId="{CBC4F608-B4B8-48C3-9572-C0F061B1CD99}"/>
          </ac:spMkLst>
        </pc:spChg>
        <pc:spChg chg="add del">
          <ac:chgData name="Kolouch Martin" userId="S::l20210042@prumyslovkajihlava.cz::31602265-8e5e-44dd-9d14-650b534121ba" providerId="AD" clId="Web-{E37AFD60-C931-7832-09CC-C4E469101C8D}" dt="2025-03-08T16:00:18.765" v="350"/>
          <ac:spMkLst>
            <pc:docMk/>
            <pc:sldMk cId="3900791581" sldId="260"/>
            <ac:spMk id="17" creationId="{8B9AA7C6-5E5A-498E-A6DF-A943376E09BC}"/>
          </ac:spMkLst>
        </pc:spChg>
        <pc:spChg chg="add del">
          <ac:chgData name="Kolouch Martin" userId="S::l20210042@prumyslovkajihlava.cz::31602265-8e5e-44dd-9d14-650b534121ba" providerId="AD" clId="Web-{E37AFD60-C931-7832-09CC-C4E469101C8D}" dt="2025-03-08T16:00:18.765" v="350"/>
          <ac:spMkLst>
            <pc:docMk/>
            <pc:sldMk cId="3900791581" sldId="260"/>
            <ac:spMk id="19" creationId="{81E140AE-0ABF-47C8-BF32-7D2F0CF2BA44}"/>
          </ac:spMkLst>
        </pc:spChg>
        <pc:spChg chg="add">
          <ac:chgData name="Kolouch Martin" userId="S::l20210042@prumyslovkajihlava.cz::31602265-8e5e-44dd-9d14-650b534121ba" providerId="AD" clId="Web-{E37AFD60-C931-7832-09CC-C4E469101C8D}" dt="2025-03-08T16:00:18.781" v="351"/>
          <ac:spMkLst>
            <pc:docMk/>
            <pc:sldMk cId="3900791581" sldId="260"/>
            <ac:spMk id="21" creationId="{DBF61EA3-B236-439E-9C0B-340980D56BEE}"/>
          </ac:spMkLst>
        </pc:spChg>
        <pc:spChg chg="add">
          <ac:chgData name="Kolouch Martin" userId="S::l20210042@prumyslovkajihlava.cz::31602265-8e5e-44dd-9d14-650b534121ba" providerId="AD" clId="Web-{E37AFD60-C931-7832-09CC-C4E469101C8D}" dt="2025-03-08T16:00:18.781" v="351"/>
          <ac:spMkLst>
            <pc:docMk/>
            <pc:sldMk cId="3900791581" sldId="260"/>
            <ac:spMk id="23" creationId="{E659831F-0D9A-4C63-9EBB-8435B85A440F}"/>
          </ac:spMkLst>
        </pc:spChg>
        <pc:grpChg chg="add del">
          <ac:chgData name="Kolouch Martin" userId="S::l20210042@prumyslovkajihlava.cz::31602265-8e5e-44dd-9d14-650b534121ba" providerId="AD" clId="Web-{E37AFD60-C931-7832-09CC-C4E469101C8D}" dt="2025-03-08T16:00:06.327" v="348"/>
          <ac:grpSpMkLst>
            <pc:docMk/>
            <pc:sldMk cId="3900791581" sldId="260"/>
            <ac:grpSpMk id="10" creationId="{28FAF094-D087-493F-8DF9-A486C2D6BBAA}"/>
          </ac:grpSpMkLst>
        </pc:grpChg>
        <pc:grpChg chg="add del">
          <ac:chgData name="Kolouch Martin" userId="S::l20210042@prumyslovkajihlava.cz::31602265-8e5e-44dd-9d14-650b534121ba" providerId="AD" clId="Web-{E37AFD60-C931-7832-09CC-C4E469101C8D}" dt="2025-03-08T16:00:18.765" v="350"/>
          <ac:grpSpMkLst>
            <pc:docMk/>
            <pc:sldMk cId="3900791581" sldId="260"/>
            <ac:grpSpMk id="18" creationId="{83EAB11A-76F7-48F4-9B4F-5BFDF4BF9670}"/>
          </ac:grpSpMkLst>
        </pc:grpChg>
        <pc:grpChg chg="add">
          <ac:chgData name="Kolouch Martin" userId="S::l20210042@prumyslovkajihlava.cz::31602265-8e5e-44dd-9d14-650b534121ba" providerId="AD" clId="Web-{E37AFD60-C931-7832-09CC-C4E469101C8D}" dt="2025-03-08T16:00:18.781" v="351"/>
          <ac:grpSpMkLst>
            <pc:docMk/>
            <pc:sldMk cId="3900791581" sldId="260"/>
            <ac:grpSpMk id="22" creationId="{28FAF094-D087-493F-8DF9-A486C2D6BBAA}"/>
          </ac:grpSpMkLst>
        </pc:grpChg>
      </pc:sldChg>
      <pc:sldChg chg="addSp delSp modSp new mod setBg">
        <pc:chgData name="Kolouch Martin" userId="S::l20210042@prumyslovkajihlava.cz::31602265-8e5e-44dd-9d14-650b534121ba" providerId="AD" clId="Web-{E37AFD60-C931-7832-09CC-C4E469101C8D}" dt="2025-03-08T16:12:43.496" v="791" actId="1076"/>
        <pc:sldMkLst>
          <pc:docMk/>
          <pc:sldMk cId="1678809656" sldId="261"/>
        </pc:sldMkLst>
        <pc:spChg chg="mod">
          <ac:chgData name="Kolouch Martin" userId="S::l20210042@prumyslovkajihlava.cz::31602265-8e5e-44dd-9d14-650b534121ba" providerId="AD" clId="Web-{E37AFD60-C931-7832-09CC-C4E469101C8D}" dt="2025-03-08T16:12:35.902" v="789"/>
          <ac:spMkLst>
            <pc:docMk/>
            <pc:sldMk cId="1678809656" sldId="261"/>
            <ac:spMk id="2" creationId="{D7C622E7-7A2F-5DA3-5295-C332FBD7E1D8}"/>
          </ac:spMkLst>
        </pc:spChg>
        <pc:spChg chg="mod">
          <ac:chgData name="Kolouch Martin" userId="S::l20210042@prumyslovkajihlava.cz::31602265-8e5e-44dd-9d14-650b534121ba" providerId="AD" clId="Web-{E37AFD60-C931-7832-09CC-C4E469101C8D}" dt="2025-03-08T16:12:43.496" v="791" actId="1076"/>
          <ac:spMkLst>
            <pc:docMk/>
            <pc:sldMk cId="1678809656" sldId="261"/>
            <ac:spMk id="3" creationId="{08A2AB14-A270-DB6C-23E8-533976DA6099}"/>
          </ac:spMkLst>
        </pc:spChg>
        <pc:spChg chg="add del">
          <ac:chgData name="Kolouch Martin" userId="S::l20210042@prumyslovkajihlava.cz::31602265-8e5e-44dd-9d14-650b534121ba" providerId="AD" clId="Web-{E37AFD60-C931-7832-09CC-C4E469101C8D}" dt="2025-03-08T16:12:35.902" v="788"/>
          <ac:spMkLst>
            <pc:docMk/>
            <pc:sldMk cId="1678809656" sldId="261"/>
            <ac:spMk id="8" creationId="{DBF61EA3-B236-439E-9C0B-340980D56BEE}"/>
          </ac:spMkLst>
        </pc:spChg>
        <pc:spChg chg="add del">
          <ac:chgData name="Kolouch Martin" userId="S::l20210042@prumyslovkajihlava.cz::31602265-8e5e-44dd-9d14-650b534121ba" providerId="AD" clId="Web-{E37AFD60-C931-7832-09CC-C4E469101C8D}" dt="2025-03-08T16:12:35.902" v="788"/>
          <ac:spMkLst>
            <pc:docMk/>
            <pc:sldMk cId="1678809656" sldId="261"/>
            <ac:spMk id="14" creationId="{E659831F-0D9A-4C63-9EBB-8435B85A440F}"/>
          </ac:spMkLst>
        </pc:spChg>
        <pc:spChg chg="add">
          <ac:chgData name="Kolouch Martin" userId="S::l20210042@prumyslovkajihlava.cz::31602265-8e5e-44dd-9d14-650b534121ba" providerId="AD" clId="Web-{E37AFD60-C931-7832-09CC-C4E469101C8D}" dt="2025-03-08T16:12:35.902" v="789"/>
          <ac:spMkLst>
            <pc:docMk/>
            <pc:sldMk cId="1678809656" sldId="261"/>
            <ac:spMk id="15" creationId="{D5B0017B-2ECA-49AF-B397-DC140825DF8D}"/>
          </ac:spMkLst>
        </pc:spChg>
        <pc:spChg chg="add">
          <ac:chgData name="Kolouch Martin" userId="S::l20210042@prumyslovkajihlava.cz::31602265-8e5e-44dd-9d14-650b534121ba" providerId="AD" clId="Web-{E37AFD60-C931-7832-09CC-C4E469101C8D}" dt="2025-03-08T16:12:35.902" v="789"/>
          <ac:spMkLst>
            <pc:docMk/>
            <pc:sldMk cId="1678809656" sldId="261"/>
            <ac:spMk id="16" creationId="{B6CDA21F-E7AF-4C75-8395-33F58D5B0E45}"/>
          </ac:spMkLst>
        </pc:spChg>
        <pc:grpChg chg="add del">
          <ac:chgData name="Kolouch Martin" userId="S::l20210042@prumyslovkajihlava.cz::31602265-8e5e-44dd-9d14-650b534121ba" providerId="AD" clId="Web-{E37AFD60-C931-7832-09CC-C4E469101C8D}" dt="2025-03-08T16:12:35.902" v="788"/>
          <ac:grpSpMkLst>
            <pc:docMk/>
            <pc:sldMk cId="1678809656" sldId="261"/>
            <ac:grpSpMk id="10" creationId="{28FAF094-D087-493F-8DF9-A486C2D6BBAA}"/>
          </ac:grpSpMkLst>
        </pc:grpChg>
        <pc:grpChg chg="add">
          <ac:chgData name="Kolouch Martin" userId="S::l20210042@prumyslovkajihlava.cz::31602265-8e5e-44dd-9d14-650b534121ba" providerId="AD" clId="Web-{E37AFD60-C931-7832-09CC-C4E469101C8D}" dt="2025-03-08T16:12:35.902" v="789"/>
          <ac:grpSpMkLst>
            <pc:docMk/>
            <pc:sldMk cId="1678809656" sldId="261"/>
            <ac:grpSpMk id="18" creationId="{AE1C45F0-260A-458C-96ED-C1F6D2151219}"/>
          </ac:grpSpMkLst>
        </pc:grpChg>
        <pc:cxnChg chg="add">
          <ac:chgData name="Kolouch Martin" userId="S::l20210042@prumyslovkajihlava.cz::31602265-8e5e-44dd-9d14-650b534121ba" providerId="AD" clId="Web-{E37AFD60-C931-7832-09CC-C4E469101C8D}" dt="2025-03-08T16:12:35.902" v="789"/>
          <ac:cxnSpMkLst>
            <pc:docMk/>
            <pc:sldMk cId="1678809656" sldId="261"/>
            <ac:cxnSpMk id="17" creationId="{6CF1BAF6-AD41-4082-B212-8A1F9A2E8779}"/>
          </ac:cxnSpMkLst>
        </pc:cxnChg>
      </pc:sldChg>
      <pc:sldChg chg="delSp modSp new del">
        <pc:chgData name="Kolouch Martin" userId="S::l20210042@prumyslovkajihlava.cz::31602265-8e5e-44dd-9d14-650b534121ba" providerId="AD" clId="Web-{E37AFD60-C931-7832-09CC-C4E469101C8D}" dt="2025-03-08T16:11:42.338" v="780"/>
        <pc:sldMkLst>
          <pc:docMk/>
          <pc:sldMk cId="2890203105" sldId="262"/>
        </pc:sldMkLst>
        <pc:spChg chg="del">
          <ac:chgData name="Kolouch Martin" userId="S::l20210042@prumyslovkajihlava.cz::31602265-8e5e-44dd-9d14-650b534121ba" providerId="AD" clId="Web-{E37AFD60-C931-7832-09CC-C4E469101C8D}" dt="2025-03-08T15:54:41.637" v="216"/>
          <ac:spMkLst>
            <pc:docMk/>
            <pc:sldMk cId="2890203105" sldId="262"/>
            <ac:spMk id="2" creationId="{8FC232B3-4201-086E-F19D-17FC88F5D0DF}"/>
          </ac:spMkLst>
        </pc:spChg>
        <pc:spChg chg="mod">
          <ac:chgData name="Kolouch Martin" userId="S::l20210042@prumyslovkajihlava.cz::31602265-8e5e-44dd-9d14-650b534121ba" providerId="AD" clId="Web-{E37AFD60-C931-7832-09CC-C4E469101C8D}" dt="2025-03-08T15:54:47.934" v="218" actId="14100"/>
          <ac:spMkLst>
            <pc:docMk/>
            <pc:sldMk cId="2890203105" sldId="262"/>
            <ac:spMk id="3" creationId="{9781AA2B-8569-BDE0-9773-18E2A47381B6}"/>
          </ac:spMkLst>
        </pc:spChg>
      </pc:sldChg>
      <pc:sldChg chg="delSp modSp new del">
        <pc:chgData name="Kolouch Martin" userId="S::l20210042@prumyslovkajihlava.cz::31602265-8e5e-44dd-9d14-650b534121ba" providerId="AD" clId="Web-{E37AFD60-C931-7832-09CC-C4E469101C8D}" dt="2025-03-08T16:11:40.401" v="779"/>
        <pc:sldMkLst>
          <pc:docMk/>
          <pc:sldMk cId="1161154121" sldId="263"/>
        </pc:sldMkLst>
        <pc:spChg chg="del">
          <ac:chgData name="Kolouch Martin" userId="S::l20210042@prumyslovkajihlava.cz::31602265-8e5e-44dd-9d14-650b534121ba" providerId="AD" clId="Web-{E37AFD60-C931-7832-09CC-C4E469101C8D}" dt="2025-03-08T15:55:07.325" v="220"/>
          <ac:spMkLst>
            <pc:docMk/>
            <pc:sldMk cId="1161154121" sldId="263"/>
            <ac:spMk id="2" creationId="{5576C12E-7A1E-A3EA-3B25-07AB2966A5CE}"/>
          </ac:spMkLst>
        </pc:spChg>
        <pc:spChg chg="mod">
          <ac:chgData name="Kolouch Martin" userId="S::l20210042@prumyslovkajihlava.cz::31602265-8e5e-44dd-9d14-650b534121ba" providerId="AD" clId="Web-{E37AFD60-C931-7832-09CC-C4E469101C8D}" dt="2025-03-08T15:55:11.450" v="222" actId="14100"/>
          <ac:spMkLst>
            <pc:docMk/>
            <pc:sldMk cId="1161154121" sldId="263"/>
            <ac:spMk id="3" creationId="{96EA0E68-583D-C05F-6CC3-63F0C79E0B0C}"/>
          </ac:spMkLst>
        </pc:spChg>
      </pc:sldChg>
      <pc:sldChg chg="addSp modSp new mod setBg">
        <pc:chgData name="Kolouch Martin" userId="S::l20210042@prumyslovkajihlava.cz::31602265-8e5e-44dd-9d14-650b534121ba" providerId="AD" clId="Web-{E37AFD60-C931-7832-09CC-C4E469101C8D}" dt="2025-03-08T15:55:53.256" v="235"/>
        <pc:sldMkLst>
          <pc:docMk/>
          <pc:sldMk cId="769916773" sldId="264"/>
        </pc:sldMkLst>
        <pc:spChg chg="mod">
          <ac:chgData name="Kolouch Martin" userId="S::l20210042@prumyslovkajihlava.cz::31602265-8e5e-44dd-9d14-650b534121ba" providerId="AD" clId="Web-{E37AFD60-C931-7832-09CC-C4E469101C8D}" dt="2025-03-08T15:55:53.256" v="235"/>
          <ac:spMkLst>
            <pc:docMk/>
            <pc:sldMk cId="769916773" sldId="264"/>
            <ac:spMk id="2" creationId="{A6749EB3-316B-13E5-02F1-D9D74F07A675}"/>
          </ac:spMkLst>
        </pc:spChg>
        <pc:spChg chg="add">
          <ac:chgData name="Kolouch Martin" userId="S::l20210042@prumyslovkajihlava.cz::31602265-8e5e-44dd-9d14-650b534121ba" providerId="AD" clId="Web-{E37AFD60-C931-7832-09CC-C4E469101C8D}" dt="2025-03-08T15:55:53.256" v="235"/>
          <ac:spMkLst>
            <pc:docMk/>
            <pc:sldMk cId="769916773" sldId="264"/>
            <ac:spMk id="7" creationId="{4522B21E-B2B9-4C72-9A71-C87EFD137480}"/>
          </ac:spMkLst>
        </pc:spChg>
        <pc:spChg chg="add">
          <ac:chgData name="Kolouch Martin" userId="S::l20210042@prumyslovkajihlava.cz::31602265-8e5e-44dd-9d14-650b534121ba" providerId="AD" clId="Web-{E37AFD60-C931-7832-09CC-C4E469101C8D}" dt="2025-03-08T15:55:53.256" v="235"/>
          <ac:spMkLst>
            <pc:docMk/>
            <pc:sldMk cId="769916773" sldId="264"/>
            <ac:spMk id="9" creationId="{5EB7D2A2-F448-44D4-938C-DC84CBCB3B1E}"/>
          </ac:spMkLst>
        </pc:spChg>
        <pc:spChg chg="add">
          <ac:chgData name="Kolouch Martin" userId="S::l20210042@prumyslovkajihlava.cz::31602265-8e5e-44dd-9d14-650b534121ba" providerId="AD" clId="Web-{E37AFD60-C931-7832-09CC-C4E469101C8D}" dt="2025-03-08T15:55:53.256" v="235"/>
          <ac:spMkLst>
            <pc:docMk/>
            <pc:sldMk cId="769916773" sldId="264"/>
            <ac:spMk id="11" creationId="{871AEA07-1E14-44B4-8E55-64EF049CD66F}"/>
          </ac:spMkLst>
        </pc:spChg>
        <pc:cxnChg chg="add">
          <ac:chgData name="Kolouch Martin" userId="S::l20210042@prumyslovkajihlava.cz::31602265-8e5e-44dd-9d14-650b534121ba" providerId="AD" clId="Web-{E37AFD60-C931-7832-09CC-C4E469101C8D}" dt="2025-03-08T15:55:53.256" v="235"/>
          <ac:cxnSpMkLst>
            <pc:docMk/>
            <pc:sldMk cId="769916773" sldId="264"/>
            <ac:cxnSpMk id="13" creationId="{F7C8EA93-3210-4C62-99E9-153C275E3A87}"/>
          </ac:cxnSpMkLst>
        </pc:cxnChg>
      </pc:sldChg>
      <pc:sldChg chg="addSp modSp new mod setBg">
        <pc:chgData name="Kolouch Martin" userId="S::l20210042@prumyslovkajihlava.cz::31602265-8e5e-44dd-9d14-650b534121ba" providerId="AD" clId="Web-{E37AFD60-C931-7832-09CC-C4E469101C8D}" dt="2025-03-08T16:44:59.826" v="920" actId="20577"/>
        <pc:sldMkLst>
          <pc:docMk/>
          <pc:sldMk cId="1354944322" sldId="265"/>
        </pc:sldMkLst>
        <pc:spChg chg="mod">
          <ac:chgData name="Kolouch Martin" userId="S::l20210042@prumyslovkajihlava.cz::31602265-8e5e-44dd-9d14-650b534121ba" providerId="AD" clId="Web-{E37AFD60-C931-7832-09CC-C4E469101C8D}" dt="2025-03-08T16:42:19.743" v="905" actId="1076"/>
          <ac:spMkLst>
            <pc:docMk/>
            <pc:sldMk cId="1354944322" sldId="265"/>
            <ac:spMk id="2" creationId="{4161BF7B-9793-5019-D30D-0E2AF37C5BDE}"/>
          </ac:spMkLst>
        </pc:spChg>
        <pc:spChg chg="mod ord">
          <ac:chgData name="Kolouch Martin" userId="S::l20210042@prumyslovkajihlava.cz::31602265-8e5e-44dd-9d14-650b534121ba" providerId="AD" clId="Web-{E37AFD60-C931-7832-09CC-C4E469101C8D}" dt="2025-03-08T16:44:59.826" v="920" actId="20577"/>
          <ac:spMkLst>
            <pc:docMk/>
            <pc:sldMk cId="1354944322" sldId="265"/>
            <ac:spMk id="3" creationId="{33DB19E5-1F1F-DDC3-E055-62F95B110A89}"/>
          </ac:spMkLst>
        </pc:spChg>
        <pc:spChg chg="add">
          <ac:chgData name="Kolouch Martin" userId="S::l20210042@prumyslovkajihlava.cz::31602265-8e5e-44dd-9d14-650b534121ba" providerId="AD" clId="Web-{E37AFD60-C931-7832-09CC-C4E469101C8D}" dt="2025-03-08T16:42:11.977" v="904"/>
          <ac:spMkLst>
            <pc:docMk/>
            <pc:sldMk cId="1354944322" sldId="265"/>
            <ac:spMk id="9" creationId="{66E48AFA-8884-4F68-A44F-D2C1E8609C5A}"/>
          </ac:spMkLst>
        </pc:spChg>
        <pc:spChg chg="add">
          <ac:chgData name="Kolouch Martin" userId="S::l20210042@prumyslovkajihlava.cz::31602265-8e5e-44dd-9d14-650b534121ba" providerId="AD" clId="Web-{E37AFD60-C931-7832-09CC-C4E469101C8D}" dt="2025-03-08T16:42:11.977" v="904"/>
          <ac:spMkLst>
            <pc:docMk/>
            <pc:sldMk cId="1354944322" sldId="265"/>
            <ac:spMk id="11" creationId="{969D19A6-08CB-498C-93EC-3FFB021FC68A}"/>
          </ac:spMkLst>
        </pc:spChg>
        <pc:picChg chg="add mod">
          <ac:chgData name="Kolouch Martin" userId="S::l20210042@prumyslovkajihlava.cz::31602265-8e5e-44dd-9d14-650b534121ba" providerId="AD" clId="Web-{E37AFD60-C931-7832-09CC-C4E469101C8D}" dt="2025-03-08T16:42:28.071" v="906" actId="1076"/>
          <ac:picMkLst>
            <pc:docMk/>
            <pc:sldMk cId="1354944322" sldId="265"/>
            <ac:picMk id="4" creationId="{3E3CEFAA-CC5D-BE93-F6DA-4366EF59788B}"/>
          </ac:picMkLst>
        </pc:picChg>
      </pc:sldChg>
      <pc:sldChg chg="modSp new">
        <pc:chgData name="Kolouch Martin" userId="S::l20210042@prumyslovkajihlava.cz::31602265-8e5e-44dd-9d14-650b534121ba" providerId="AD" clId="Web-{E37AFD60-C931-7832-09CC-C4E469101C8D}" dt="2025-03-08T16:16:01.331" v="796" actId="20577"/>
        <pc:sldMkLst>
          <pc:docMk/>
          <pc:sldMk cId="1342540451" sldId="266"/>
        </pc:sldMkLst>
        <pc:spChg chg="mod">
          <ac:chgData name="Kolouch Martin" userId="S::l20210042@prumyslovkajihlava.cz::31602265-8e5e-44dd-9d14-650b534121ba" providerId="AD" clId="Web-{E37AFD60-C931-7832-09CC-C4E469101C8D}" dt="2025-03-08T16:16:01.331" v="796" actId="20577"/>
          <ac:spMkLst>
            <pc:docMk/>
            <pc:sldMk cId="1342540451" sldId="266"/>
            <ac:spMk id="2" creationId="{24552E5B-37B3-A2E7-F553-13C4698B2DA3}"/>
          </ac:spMkLst>
        </pc:spChg>
      </pc:sldChg>
      <pc:sldChg chg="new del">
        <pc:chgData name="Kolouch Martin" userId="S::l20210042@prumyslovkajihlava.cz::31602265-8e5e-44dd-9d14-650b534121ba" providerId="AD" clId="Web-{E37AFD60-C931-7832-09CC-C4E469101C8D}" dt="2025-03-08T16:11:57.557" v="784"/>
        <pc:sldMkLst>
          <pc:docMk/>
          <pc:sldMk cId="3833529493" sldId="266"/>
        </pc:sldMkLst>
      </pc:sldChg>
      <pc:sldChg chg="modSp new">
        <pc:chgData name="Kolouch Martin" userId="S::l20210042@prumyslovkajihlava.cz::31602265-8e5e-44dd-9d14-650b534121ba" providerId="AD" clId="Web-{E37AFD60-C931-7832-09CC-C4E469101C8D}" dt="2025-03-08T16:16:05.081" v="797" actId="20577"/>
        <pc:sldMkLst>
          <pc:docMk/>
          <pc:sldMk cId="2863374505" sldId="267"/>
        </pc:sldMkLst>
        <pc:spChg chg="mod">
          <ac:chgData name="Kolouch Martin" userId="S::l20210042@prumyslovkajihlava.cz::31602265-8e5e-44dd-9d14-650b534121ba" providerId="AD" clId="Web-{E37AFD60-C931-7832-09CC-C4E469101C8D}" dt="2025-03-08T16:16:05.081" v="797" actId="20577"/>
          <ac:spMkLst>
            <pc:docMk/>
            <pc:sldMk cId="2863374505" sldId="267"/>
            <ac:spMk id="2" creationId="{15D77087-9719-B5A9-46EA-F3C62613AB1A}"/>
          </ac:spMkLst>
        </pc:spChg>
      </pc:sldChg>
    </pc:docChg>
  </pc:docChgLst>
  <pc:docChgLst>
    <pc:chgData name="Kolouch Martin" userId="S::l20210042@prumyslovkajihlava.cz::31602265-8e5e-44dd-9d14-650b534121ba" providerId="AD" clId="Web-{DBC94923-D9CE-5A78-F74B-051B335ADCBA}"/>
    <pc:docChg chg="modSld">
      <pc:chgData name="Kolouch Martin" userId="S::l20210042@prumyslovkajihlava.cz::31602265-8e5e-44dd-9d14-650b534121ba" providerId="AD" clId="Web-{DBC94923-D9CE-5A78-F74B-051B335ADCBA}" dt="2025-03-11T07:29:20.293" v="17" actId="20577"/>
      <pc:docMkLst>
        <pc:docMk/>
      </pc:docMkLst>
      <pc:sldChg chg="modSp">
        <pc:chgData name="Kolouch Martin" userId="S::l20210042@prumyslovkajihlava.cz::31602265-8e5e-44dd-9d14-650b534121ba" providerId="AD" clId="Web-{DBC94923-D9CE-5A78-F74B-051B335ADCBA}" dt="2025-03-11T07:29:20.293" v="17" actId="20577"/>
        <pc:sldMkLst>
          <pc:docMk/>
          <pc:sldMk cId="1678809656" sldId="261"/>
        </pc:sldMkLst>
        <pc:spChg chg="mod">
          <ac:chgData name="Kolouch Martin" userId="S::l20210042@prumyslovkajihlava.cz::31602265-8e5e-44dd-9d14-650b534121ba" providerId="AD" clId="Web-{DBC94923-D9CE-5A78-F74B-051B335ADCBA}" dt="2025-03-11T07:29:20.293" v="17" actId="20577"/>
          <ac:spMkLst>
            <pc:docMk/>
            <pc:sldMk cId="1678809656" sldId="261"/>
            <ac:spMk id="3" creationId="{08A2AB14-A270-DB6C-23E8-533976DA6099}"/>
          </ac:spMkLst>
        </pc:spChg>
      </pc:sldChg>
      <pc:sldChg chg="modSp">
        <pc:chgData name="Kolouch Martin" userId="S::l20210042@prumyslovkajihlava.cz::31602265-8e5e-44dd-9d14-650b534121ba" providerId="AD" clId="Web-{DBC94923-D9CE-5A78-F74B-051B335ADCBA}" dt="2025-03-11T07:28:41.198" v="14" actId="20577"/>
        <pc:sldMkLst>
          <pc:docMk/>
          <pc:sldMk cId="394375617" sldId="267"/>
        </pc:sldMkLst>
        <pc:spChg chg="mod">
          <ac:chgData name="Kolouch Martin" userId="S::l20210042@prumyslovkajihlava.cz::31602265-8e5e-44dd-9d14-650b534121ba" providerId="AD" clId="Web-{DBC94923-D9CE-5A78-F74B-051B335ADCBA}" dt="2025-03-11T07:28:41.198" v="14" actId="20577"/>
          <ac:spMkLst>
            <pc:docMk/>
            <pc:sldMk cId="394375617" sldId="267"/>
            <ac:spMk id="3" creationId="{F5FCDA24-9992-BBF5-189E-947CD7D4E056}"/>
          </ac:spMkLst>
        </pc:spChg>
      </pc:sldChg>
    </pc:docChg>
  </pc:docChgLst>
  <pc:docChgLst>
    <pc:chgData name="Kolouch Martin" userId="S::l20210042@prumyslovkajihlava.cz::31602265-8e5e-44dd-9d14-650b534121ba" providerId="AD" clId="Web-{A2044704-63FE-E6C6-BFF8-6ACBF6194DA5}"/>
    <pc:docChg chg="addSld delSld modSld">
      <pc:chgData name="Kolouch Martin" userId="S::l20210042@prumyslovkajihlava.cz::31602265-8e5e-44dd-9d14-650b534121ba" providerId="AD" clId="Web-{A2044704-63FE-E6C6-BFF8-6ACBF6194DA5}" dt="2025-03-09T11:44:09.113" v="421" actId="1076"/>
      <pc:docMkLst>
        <pc:docMk/>
      </pc:docMkLst>
      <pc:sldChg chg="addSp modSp mod setBg">
        <pc:chgData name="Kolouch Martin" userId="S::l20210042@prumyslovkajihlava.cz::31602265-8e5e-44dd-9d14-650b534121ba" providerId="AD" clId="Web-{A2044704-63FE-E6C6-BFF8-6ACBF6194DA5}" dt="2025-03-09T11:31:02.972" v="296" actId="20577"/>
        <pc:sldMkLst>
          <pc:docMk/>
          <pc:sldMk cId="1342540451" sldId="266"/>
        </pc:sldMkLst>
        <pc:spChg chg="mod">
          <ac:chgData name="Kolouch Martin" userId="S::l20210042@prumyslovkajihlava.cz::31602265-8e5e-44dd-9d14-650b534121ba" providerId="AD" clId="Web-{A2044704-63FE-E6C6-BFF8-6ACBF6194DA5}" dt="2025-03-09T10:43:38.615" v="164"/>
          <ac:spMkLst>
            <pc:docMk/>
            <pc:sldMk cId="1342540451" sldId="266"/>
            <ac:spMk id="2" creationId="{24552E5B-37B3-A2E7-F553-13C4698B2DA3}"/>
          </ac:spMkLst>
        </pc:spChg>
        <pc:spChg chg="mod">
          <ac:chgData name="Kolouch Martin" userId="S::l20210042@prumyslovkajihlava.cz::31602265-8e5e-44dd-9d14-650b534121ba" providerId="AD" clId="Web-{A2044704-63FE-E6C6-BFF8-6ACBF6194DA5}" dt="2025-03-09T11:31:02.972" v="296" actId="20577"/>
          <ac:spMkLst>
            <pc:docMk/>
            <pc:sldMk cId="1342540451" sldId="266"/>
            <ac:spMk id="3" creationId="{1D6DD114-FF2C-36A0-CDAE-2FC5CE373F64}"/>
          </ac:spMkLst>
        </pc:spChg>
        <pc:spChg chg="add">
          <ac:chgData name="Kolouch Martin" userId="S::l20210042@prumyslovkajihlava.cz::31602265-8e5e-44dd-9d14-650b534121ba" providerId="AD" clId="Web-{A2044704-63FE-E6C6-BFF8-6ACBF6194DA5}" dt="2025-03-09T10:43:38.615" v="164"/>
          <ac:spMkLst>
            <pc:docMk/>
            <pc:sldMk cId="1342540451" sldId="266"/>
            <ac:spMk id="9" creationId="{058A14AF-9FB5-4CC7-BA35-E8E85D3EDF0E}"/>
          </ac:spMkLst>
        </pc:spChg>
        <pc:spChg chg="add">
          <ac:chgData name="Kolouch Martin" userId="S::l20210042@prumyslovkajihlava.cz::31602265-8e5e-44dd-9d14-650b534121ba" providerId="AD" clId="Web-{A2044704-63FE-E6C6-BFF8-6ACBF6194DA5}" dt="2025-03-09T10:43:38.615" v="164"/>
          <ac:spMkLst>
            <pc:docMk/>
            <pc:sldMk cId="1342540451" sldId="266"/>
            <ac:spMk id="11" creationId="{3A9A4357-BD1D-4622-A4FE-766E6AB8DE84}"/>
          </ac:spMkLst>
        </pc:spChg>
        <pc:spChg chg="add">
          <ac:chgData name="Kolouch Martin" userId="S::l20210042@prumyslovkajihlava.cz::31602265-8e5e-44dd-9d14-650b534121ba" providerId="AD" clId="Web-{A2044704-63FE-E6C6-BFF8-6ACBF6194DA5}" dt="2025-03-09T10:43:38.615" v="164"/>
          <ac:spMkLst>
            <pc:docMk/>
            <pc:sldMk cId="1342540451" sldId="266"/>
            <ac:spMk id="13" creationId="{E659831F-0D9A-4C63-9EBB-8435B85A440F}"/>
          </ac:spMkLst>
        </pc:spChg>
        <pc:spChg chg="add">
          <ac:chgData name="Kolouch Martin" userId="S::l20210042@prumyslovkajihlava.cz::31602265-8e5e-44dd-9d14-650b534121ba" providerId="AD" clId="Web-{A2044704-63FE-E6C6-BFF8-6ACBF6194DA5}" dt="2025-03-09T10:43:38.615" v="164"/>
          <ac:spMkLst>
            <pc:docMk/>
            <pc:sldMk cId="1342540451" sldId="266"/>
            <ac:spMk id="15" creationId="{E6995CE5-F890-4ABA-82A2-26507CE8D2A3}"/>
          </ac:spMkLst>
        </pc:spChg>
        <pc:picChg chg="add mod">
          <ac:chgData name="Kolouch Martin" userId="S::l20210042@prumyslovkajihlava.cz::31602265-8e5e-44dd-9d14-650b534121ba" providerId="AD" clId="Web-{A2044704-63FE-E6C6-BFF8-6ACBF6194DA5}" dt="2025-03-09T10:52:17.700" v="232" actId="14100"/>
          <ac:picMkLst>
            <pc:docMk/>
            <pc:sldMk cId="1342540451" sldId="266"/>
            <ac:picMk id="4" creationId="{2676A84F-9622-BC36-8602-8C9759FB531C}"/>
          </ac:picMkLst>
        </pc:picChg>
      </pc:sldChg>
      <pc:sldChg chg="addSp delSp modSp new">
        <pc:chgData name="Kolouch Martin" userId="S::l20210042@prumyslovkajihlava.cz::31602265-8e5e-44dd-9d14-650b534121ba" providerId="AD" clId="Web-{A2044704-63FE-E6C6-BFF8-6ACBF6194DA5}" dt="2025-03-09T11:44:09.113" v="421" actId="1076"/>
        <pc:sldMkLst>
          <pc:docMk/>
          <pc:sldMk cId="394375617" sldId="267"/>
        </pc:sldMkLst>
        <pc:spChg chg="mod">
          <ac:chgData name="Kolouch Martin" userId="S::l20210042@prumyslovkajihlava.cz::31602265-8e5e-44dd-9d14-650b534121ba" providerId="AD" clId="Web-{A2044704-63FE-E6C6-BFF8-6ACBF6194DA5}" dt="2025-03-09T11:44:09.113" v="421" actId="1076"/>
          <ac:spMkLst>
            <pc:docMk/>
            <pc:sldMk cId="394375617" sldId="267"/>
            <ac:spMk id="2" creationId="{3F6B09CF-7334-C0EC-04A6-E41FB35A9405}"/>
          </ac:spMkLst>
        </pc:spChg>
        <pc:spChg chg="mod">
          <ac:chgData name="Kolouch Martin" userId="S::l20210042@prumyslovkajihlava.cz::31602265-8e5e-44dd-9d14-650b534121ba" providerId="AD" clId="Web-{A2044704-63FE-E6C6-BFF8-6ACBF6194DA5}" dt="2025-03-09T11:44:03.440" v="419" actId="14100"/>
          <ac:spMkLst>
            <pc:docMk/>
            <pc:sldMk cId="394375617" sldId="267"/>
            <ac:spMk id="3" creationId="{F5FCDA24-9992-BBF5-189E-947CD7D4E056}"/>
          </ac:spMkLst>
        </pc:spChg>
        <pc:picChg chg="add del mod">
          <ac:chgData name="Kolouch Martin" userId="S::l20210042@prumyslovkajihlava.cz::31602265-8e5e-44dd-9d14-650b534121ba" providerId="AD" clId="Web-{A2044704-63FE-E6C6-BFF8-6ACBF6194DA5}" dt="2025-03-09T11:29:13.077" v="273"/>
          <ac:picMkLst>
            <pc:docMk/>
            <pc:sldMk cId="394375617" sldId="267"/>
            <ac:picMk id="4" creationId="{B79946D5-7877-EBCA-1127-E95F7B74A916}"/>
          </ac:picMkLst>
        </pc:picChg>
        <pc:picChg chg="add mod">
          <ac:chgData name="Kolouch Martin" userId="S::l20210042@prumyslovkajihlava.cz::31602265-8e5e-44dd-9d14-650b534121ba" providerId="AD" clId="Web-{A2044704-63FE-E6C6-BFF8-6ACBF6194DA5}" dt="2025-03-09T11:44:05.581" v="420" actId="1076"/>
          <ac:picMkLst>
            <pc:docMk/>
            <pc:sldMk cId="394375617" sldId="267"/>
            <ac:picMk id="5" creationId="{E3B480F0-9CC1-C56E-120F-4B0F765324E9}"/>
          </ac:picMkLst>
        </pc:picChg>
        <pc:picChg chg="add mod">
          <ac:chgData name="Kolouch Martin" userId="S::l20210042@prumyslovkajihlava.cz::31602265-8e5e-44dd-9d14-650b534121ba" providerId="AD" clId="Web-{A2044704-63FE-E6C6-BFF8-6ACBF6194DA5}" dt="2025-03-09T11:43:52.628" v="416" actId="14100"/>
          <ac:picMkLst>
            <pc:docMk/>
            <pc:sldMk cId="394375617" sldId="267"/>
            <ac:picMk id="6" creationId="{5F61A856-D390-DC3B-EAA5-511EA98074A6}"/>
          </ac:picMkLst>
        </pc:picChg>
      </pc:sldChg>
      <pc:sldChg chg="modSp del">
        <pc:chgData name="Kolouch Martin" userId="S::l20210042@prumyslovkajihlava.cz::31602265-8e5e-44dd-9d14-650b534121ba" providerId="AD" clId="Web-{A2044704-63FE-E6C6-BFF8-6ACBF6194DA5}" dt="2025-03-09T10:55:42.021" v="233"/>
        <pc:sldMkLst>
          <pc:docMk/>
          <pc:sldMk cId="2863374505" sldId="267"/>
        </pc:sldMkLst>
        <pc:spChg chg="mod">
          <ac:chgData name="Kolouch Martin" userId="S::l20210042@prumyslovkajihlava.cz::31602265-8e5e-44dd-9d14-650b534121ba" providerId="AD" clId="Web-{A2044704-63FE-E6C6-BFF8-6ACBF6194DA5}" dt="2025-03-09T10:33:49.167" v="7" actId="20577"/>
          <ac:spMkLst>
            <pc:docMk/>
            <pc:sldMk cId="2863374505" sldId="267"/>
            <ac:spMk id="2" creationId="{15D77087-9719-B5A9-46EA-F3C62613AB1A}"/>
          </ac:spMkLst>
        </pc:spChg>
        <pc:spChg chg="mod">
          <ac:chgData name="Kolouch Martin" userId="S::l20210042@prumyslovkajihlava.cz::31602265-8e5e-44dd-9d14-650b534121ba" providerId="AD" clId="Web-{A2044704-63FE-E6C6-BFF8-6ACBF6194DA5}" dt="2025-03-09T10:35:50.079" v="37" actId="20577"/>
          <ac:spMkLst>
            <pc:docMk/>
            <pc:sldMk cId="2863374505" sldId="267"/>
            <ac:spMk id="3" creationId="{592473DC-FBD5-DF74-B1D7-90850E73A561}"/>
          </ac:spMkLst>
        </pc:spChg>
      </pc:sldChg>
    </pc:docChg>
  </pc:docChgLst>
  <pc:docChgLst>
    <pc:chgData name="Kolouch Martin" userId="31602265-8e5e-44dd-9d14-650b534121ba" providerId="ADAL" clId="{F8B4E8F5-E8F5-4945-965A-36FCB22FA5ED}"/>
    <pc:docChg chg="modSld">
      <pc:chgData name="Kolouch Martin" userId="31602265-8e5e-44dd-9d14-650b534121ba" providerId="ADAL" clId="{F8B4E8F5-E8F5-4945-965A-36FCB22FA5ED}" dt="2025-03-10T08:40:39.473" v="9" actId="20577"/>
      <pc:docMkLst>
        <pc:docMk/>
      </pc:docMkLst>
      <pc:sldChg chg="modSp mod">
        <pc:chgData name="Kolouch Martin" userId="31602265-8e5e-44dd-9d14-650b534121ba" providerId="ADAL" clId="{F8B4E8F5-E8F5-4945-965A-36FCB22FA5ED}" dt="2025-03-10T08:40:39.473" v="9" actId="20577"/>
        <pc:sldMkLst>
          <pc:docMk/>
          <pc:sldMk cId="1850048626" sldId="258"/>
        </pc:sldMkLst>
        <pc:spChg chg="mod">
          <ac:chgData name="Kolouch Martin" userId="31602265-8e5e-44dd-9d14-650b534121ba" providerId="ADAL" clId="{F8B4E8F5-E8F5-4945-965A-36FCB22FA5ED}" dt="2025-03-10T08:40:39.473" v="9" actId="20577"/>
          <ac:spMkLst>
            <pc:docMk/>
            <pc:sldMk cId="1850048626" sldId="258"/>
            <ac:spMk id="3" creationId="{95E267F7-37FC-C287-69B7-93239F85F14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130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5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728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610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7578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498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379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4307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859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718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787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A43DF-04A3-4662-88CA-28FDED1CFC09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425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965200" y="1383528"/>
            <a:ext cx="5841323" cy="3167510"/>
          </a:xfrm>
        </p:spPr>
        <p:txBody>
          <a:bodyPr anchor="b">
            <a:normAutofit/>
          </a:bodyPr>
          <a:lstStyle/>
          <a:p>
            <a:r>
              <a:rPr lang="cs-CZ" sz="8900" dirty="0"/>
              <a:t>Numerická matematika</a:t>
            </a:r>
            <a:endParaRPr lang="cs-CZ" dirty="0"/>
          </a:p>
        </p:txBody>
      </p:sp>
      <p:pic>
        <p:nvPicPr>
          <p:cNvPr id="7" name="Graphic 6" descr="Kalkulačka">
            <a:extLst>
              <a:ext uri="{FF2B5EF4-FFF2-40B4-BE49-F238E27FC236}">
                <a16:creationId xmlns:a16="http://schemas.microsoft.com/office/drawing/2014/main" id="{1AB8EAA6-7FF5-4AD0-DD43-EEBE5EC57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48B2171-9E06-5C43-0CC8-335363E87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627262"/>
            <a:ext cx="8074815" cy="1618489"/>
          </a:xfrm>
        </p:spPr>
        <p:txBody>
          <a:bodyPr anchor="ctr">
            <a:normAutofit/>
          </a:bodyPr>
          <a:lstStyle/>
          <a:p>
            <a:r>
              <a:rPr lang="cs-CZ" sz="7200"/>
              <a:t>Polynom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17F4437-642F-169E-D866-97A0F360A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026040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>
                <a:ea typeface="+mn-lt"/>
                <a:cs typeface="+mn-lt"/>
              </a:rPr>
              <a:t>Polynom je matematický výraz, který je součtem členů</a:t>
            </a:r>
            <a:endParaRPr lang="cs-CZ" sz="2400"/>
          </a:p>
          <a:p>
            <a:r>
              <a:rPr lang="cs-CZ" sz="2400">
                <a:ea typeface="+mn-lt"/>
                <a:cs typeface="+mn-lt"/>
              </a:rPr>
              <a:t>Každý člen je součinem konstanty a proměnné (nebo její mocniny)</a:t>
            </a:r>
            <a:endParaRPr lang="cs-CZ" sz="2400"/>
          </a:p>
          <a:p>
            <a:r>
              <a:rPr lang="cs-CZ" sz="2400" dirty="0">
                <a:ea typeface="+mn-lt"/>
                <a:cs typeface="+mn-lt"/>
              </a:rPr>
              <a:t>Obecně lze polynom napsat ve formě: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cs-CZ"/>
          </a:p>
          <a:p>
            <a:endParaRPr lang="cs-CZ" sz="240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156EF9A8-4FC8-B6F7-D336-2AF46605B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974" y="3790497"/>
            <a:ext cx="4870147" cy="61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316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C10A379-2A80-20FA-F897-62446278E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cs-CZ" sz="4800"/>
              <a:t>Hornerovo schéma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E267F7-37FC-C287-69B7-93239F85F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836094"/>
            <a:ext cx="9941319" cy="33060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z="2400" dirty="0" err="1">
                <a:ea typeface="+mn-lt"/>
                <a:cs typeface="+mn-lt"/>
              </a:rPr>
              <a:t>Hornerovo</a:t>
            </a:r>
            <a:r>
              <a:rPr lang="cs-CZ" sz="2400" dirty="0">
                <a:ea typeface="+mn-lt"/>
                <a:cs typeface="+mn-lt"/>
              </a:rPr>
              <a:t> schéma slouží k výpočtu hodnoty polynomu v zadaném bodě</a:t>
            </a:r>
          </a:p>
          <a:p>
            <a:r>
              <a:rPr lang="cs-CZ" sz="2400" dirty="0"/>
              <a:t>Vstupem je - polynom p(x)</a:t>
            </a:r>
          </a:p>
          <a:p>
            <a:pPr marL="0" indent="0">
              <a:buNone/>
            </a:pPr>
            <a:r>
              <a:rPr lang="cs-CZ" sz="2400" dirty="0"/>
              <a:t>                         - bod x</a:t>
            </a:r>
            <a:r>
              <a:rPr lang="cs-CZ" sz="2400" baseline="-25000" dirty="0"/>
              <a:t>0</a:t>
            </a:r>
            <a:r>
              <a:rPr lang="cs-CZ" sz="2400" dirty="0"/>
              <a:t> v němž určuji hodnotu polynomu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048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161BF7B-9793-5019-D30D-0E2AF37C5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34" y="3429542"/>
            <a:ext cx="3981854" cy="2216513"/>
          </a:xfrm>
        </p:spPr>
        <p:txBody>
          <a:bodyPr>
            <a:normAutofit/>
          </a:bodyPr>
          <a:lstStyle/>
          <a:p>
            <a:r>
              <a:rPr lang="cs-CZ" dirty="0"/>
              <a:t>Postup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Obrázek 3" descr="Obsah obrázku text, snímek obrazovky, číslo, Písmo&#10;&#10;Obsah vygenerovaný umělou inteligencí může být nesprávný.">
            <a:extLst>
              <a:ext uri="{FF2B5EF4-FFF2-40B4-BE49-F238E27FC236}">
                <a16:creationId xmlns:a16="http://schemas.microsoft.com/office/drawing/2014/main" id="{3E3CEFAA-CC5D-BE93-F6DA-4366EF597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313" y="716599"/>
            <a:ext cx="9540231" cy="2957472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3DB19E5-1F1F-DDC3-E055-62F95B110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835" y="3998019"/>
            <a:ext cx="6382966" cy="254308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cs-CZ" sz="2400" dirty="0"/>
              <a:t>Máme p(x) = 5x</a:t>
            </a:r>
            <a:r>
              <a:rPr lang="cs-CZ" sz="2400" baseline="30000" dirty="0"/>
              <a:t>4</a:t>
            </a:r>
            <a:r>
              <a:rPr lang="cs-CZ" sz="2400" dirty="0"/>
              <a:t>-8x</a:t>
            </a:r>
            <a:r>
              <a:rPr lang="cs-CZ" sz="2400" baseline="30000" dirty="0"/>
              <a:t>3</a:t>
            </a:r>
            <a:r>
              <a:rPr lang="cs-CZ" sz="2400" dirty="0"/>
              <a:t>+2x-9 v bodě x</a:t>
            </a:r>
            <a:r>
              <a:rPr lang="cs-CZ" sz="2400" baseline="-25000" dirty="0"/>
              <a:t>0</a:t>
            </a:r>
            <a:r>
              <a:rPr lang="cs-CZ" sz="2400" dirty="0"/>
              <a:t> = 2</a:t>
            </a:r>
          </a:p>
          <a:p>
            <a:r>
              <a:rPr lang="cs-CZ" sz="2400" dirty="0"/>
              <a:t>Opíšeme konstanty</a:t>
            </a:r>
          </a:p>
          <a:p>
            <a:r>
              <a:rPr lang="cs-CZ" sz="2400" dirty="0"/>
              <a:t>Opíšeme 1. koeficient = 5</a:t>
            </a:r>
          </a:p>
          <a:p>
            <a:r>
              <a:rPr lang="cs-CZ" sz="2400" dirty="0"/>
              <a:t>Vezmeme 5, vynásobíme s x</a:t>
            </a:r>
            <a:r>
              <a:rPr lang="cs-CZ" sz="2400" baseline="-25000" dirty="0"/>
              <a:t>0</a:t>
            </a:r>
            <a:r>
              <a:rPr lang="cs-CZ" sz="2400" dirty="0"/>
              <a:t> a přičteme k následujícímu koeficientu </a:t>
            </a:r>
            <a:endParaRPr lang="cs-CZ" sz="2400" baseline="-25000"/>
          </a:p>
          <a:p>
            <a:r>
              <a:rPr lang="cs-CZ" sz="2400" dirty="0"/>
              <a:t>Výsledek 11</a:t>
            </a:r>
          </a:p>
          <a:p>
            <a:endParaRPr lang="cs-CZ" sz="2400"/>
          </a:p>
        </p:txBody>
      </p:sp>
    </p:spTree>
    <p:extLst>
      <p:ext uri="{BB962C8B-B14F-4D97-AF65-F5344CB8AC3E}">
        <p14:creationId xmlns:p14="http://schemas.microsoft.com/office/powerpoint/2010/main" val="1354944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A57071A-646A-19D8-AC2B-CED1FCA6E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 fontScale="90000"/>
          </a:bodyPr>
          <a:lstStyle/>
          <a:p>
            <a:r>
              <a:rPr lang="cs-CZ" sz="5400" dirty="0"/>
              <a:t>Metoda půlení intervalu - </a:t>
            </a:r>
            <a:r>
              <a:rPr lang="cs-CZ" sz="5400" dirty="0" err="1"/>
              <a:t>bisekce</a:t>
            </a:r>
          </a:p>
        </p:txBody>
      </p:sp>
      <p:grpSp>
        <p:nvGrpSpPr>
          <p:cNvPr id="22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357153-2EA4-454A-D989-3FA1D39E0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369" y="2204041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z="2400"/>
              <a:t>Potřebujeme 2 krajní body mezi kterými se nachází kořen</a:t>
            </a:r>
          </a:p>
          <a:p>
            <a:r>
              <a:rPr lang="cs-CZ" sz="2400"/>
              <a:t>Funkce musí být spojitá mezi těmito body</a:t>
            </a:r>
          </a:p>
          <a:p>
            <a:r>
              <a:rPr lang="cs-CZ" sz="2400"/>
              <a:t>Zadaná požadovaná přesnost</a:t>
            </a:r>
          </a:p>
          <a:p>
            <a:r>
              <a:rPr lang="cs-CZ" sz="2400"/>
              <a:t>Není moc rychlá, ale spolehlivě najde řešení (pokud existuje)</a:t>
            </a:r>
          </a:p>
        </p:txBody>
      </p:sp>
    </p:spTree>
    <p:extLst>
      <p:ext uri="{BB962C8B-B14F-4D97-AF65-F5344CB8AC3E}">
        <p14:creationId xmlns:p14="http://schemas.microsoft.com/office/powerpoint/2010/main" val="390079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4552E5B-37B3-A2E7-F553-13C4698B2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cs-CZ" sz="4800"/>
              <a:t>Postup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D6DD114-FF2C-36A0-CDAE-2FC5CE373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026" y="1999145"/>
            <a:ext cx="6158805" cy="42398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z="2000" dirty="0"/>
              <a:t>Máme f(x)=(x-2)</a:t>
            </a:r>
            <a:r>
              <a:rPr lang="cs-CZ" sz="2000" baseline="30000" dirty="0"/>
              <a:t>2</a:t>
            </a:r>
            <a:r>
              <a:rPr lang="cs-CZ" sz="2000" dirty="0"/>
              <a:t>-2, v intervalu (3;4), ε=0,1</a:t>
            </a:r>
          </a:p>
          <a:p>
            <a:r>
              <a:rPr lang="cs-CZ" sz="2000" dirty="0"/>
              <a:t>Ověříme znaménka v bodech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Jedno musí být kladné, druhé záporné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f(3)*f(4)&lt;0 - ověření že v intervalu existuje kořen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f(a)*f(c)&lt;0 - (</a:t>
            </a:r>
            <a:r>
              <a:rPr lang="cs-CZ" sz="2000" dirty="0" err="1"/>
              <a:t>a;c</a:t>
            </a:r>
            <a:r>
              <a:rPr lang="cs-CZ" sz="2000" dirty="0"/>
              <a:t>)</a:t>
            </a:r>
          </a:p>
          <a:p>
            <a:pPr marL="457200" lvl="1" indent="0">
              <a:buNone/>
            </a:pPr>
            <a:r>
              <a:rPr lang="cs-CZ" sz="2000" dirty="0"/>
              <a:t>                   &gt;0 - (</a:t>
            </a:r>
            <a:r>
              <a:rPr lang="cs-CZ" sz="2000" dirty="0" err="1"/>
              <a:t>b;c</a:t>
            </a:r>
            <a:r>
              <a:rPr lang="cs-CZ" sz="2000" dirty="0"/>
              <a:t>) </a:t>
            </a:r>
          </a:p>
          <a:p>
            <a:r>
              <a:rPr lang="cs-CZ" sz="2000" dirty="0"/>
              <a:t>Používáme c=(</a:t>
            </a:r>
            <a:r>
              <a:rPr lang="cs-CZ" sz="2000" dirty="0" err="1"/>
              <a:t>a+b</a:t>
            </a:r>
            <a:r>
              <a:rPr lang="cs-CZ" sz="2000" dirty="0"/>
              <a:t>)/2</a:t>
            </a:r>
          </a:p>
          <a:p>
            <a:r>
              <a:rPr lang="cs-CZ" sz="2000" dirty="0"/>
              <a:t>|-0,0956|&lt;ε - máme kořen 3.38</a:t>
            </a:r>
          </a:p>
          <a:p>
            <a:endParaRPr lang="cs-CZ" sz="2000" dirty="0"/>
          </a:p>
        </p:txBody>
      </p:sp>
      <p:pic>
        <p:nvPicPr>
          <p:cNvPr id="4" name="Obrázek 3" descr="Obsah obrázku text, snímek obrazovky, Písmo, číslo&#10;&#10;Obsah vygenerovaný umělou inteligencí může být nesprávný.">
            <a:extLst>
              <a:ext uri="{FF2B5EF4-FFF2-40B4-BE49-F238E27FC236}">
                <a16:creationId xmlns:a16="http://schemas.microsoft.com/office/drawing/2014/main" id="{2676A84F-9622-BC36-8602-8C9759FB5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323" y="4000863"/>
            <a:ext cx="8201788" cy="15991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40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7C622E7-7A2F-5DA3-5295-C332FBD7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cs-CZ" sz="4800"/>
              <a:t>Newtonova metoda tečen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8A2AB14-A270-DB6C-23E8-533976DA6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642570"/>
            <a:ext cx="9941319" cy="27134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z="2400" dirty="0"/>
              <a:t>Kořen funkce f je takové x, pro které platí f(x) = 0</a:t>
            </a:r>
          </a:p>
          <a:p>
            <a:r>
              <a:rPr lang="cs-CZ" sz="2400" dirty="0"/>
              <a:t>Musíme znát přesnost řešení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/>
              <a:t>Vysoká přesnost =&gt; dlouhý výpočet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Když zvolíme špatný startovací bod</a:t>
            </a:r>
          </a:p>
          <a:p>
            <a:r>
              <a:rPr lang="cs-CZ" sz="2400" dirty="0"/>
              <a:t>Funkce musí být spojitá, monotónní a mít derivaci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809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6B09CF-7334-C0EC-04A6-E41FB35A9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504"/>
            <a:ext cx="10515600" cy="862576"/>
          </a:xfrm>
        </p:spPr>
        <p:txBody>
          <a:bodyPr/>
          <a:lstStyle/>
          <a:p>
            <a:r>
              <a:rPr lang="cs-CZ" dirty="0"/>
              <a:t>Postup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5FCDA24-9992-BBF5-189E-947CD7D4E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7954"/>
            <a:ext cx="10515600" cy="495900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dirty="0"/>
              <a:t>Máme f(x) = (x-2)</a:t>
            </a:r>
            <a:r>
              <a:rPr lang="cs-CZ" sz="2000" baseline="30000" dirty="0"/>
              <a:t>2 </a:t>
            </a:r>
            <a:r>
              <a:rPr lang="cs-CZ" sz="2000" dirty="0"/>
              <a:t>- 2, x</a:t>
            </a:r>
            <a:r>
              <a:rPr lang="cs-CZ" sz="2000" baseline="-25000" dirty="0"/>
              <a:t>0</a:t>
            </a:r>
            <a:r>
              <a:rPr lang="cs-CZ" sz="2000" dirty="0"/>
              <a:t> = 3, ε = 0,1</a:t>
            </a:r>
          </a:p>
          <a:p>
            <a:r>
              <a:rPr lang="cs-CZ" sz="2000" dirty="0"/>
              <a:t>Používáme tento vzorec:</a:t>
            </a:r>
          </a:p>
          <a:p>
            <a:endParaRPr lang="cs-CZ" sz="2000" dirty="0"/>
          </a:p>
          <a:p>
            <a:r>
              <a:rPr lang="cs-CZ" sz="2000" dirty="0"/>
              <a:t>Pokud |f(x</a:t>
            </a:r>
            <a:r>
              <a:rPr lang="cs-CZ" sz="2000" baseline="-25000" dirty="0"/>
              <a:t>n+1</a:t>
            </a:r>
            <a:r>
              <a:rPr lang="cs-CZ" sz="2000" dirty="0"/>
              <a:t>|&lt;ε - máme kořen</a:t>
            </a:r>
          </a:p>
          <a:p>
            <a:r>
              <a:rPr lang="cs-CZ" sz="2000" dirty="0"/>
              <a:t>1.zderivujeme funkci – f'(x) = 2x – 4 </a:t>
            </a:r>
            <a:endParaRPr lang="cs-CZ" sz="1300">
              <a:solidFill>
                <a:srgbClr val="333333"/>
              </a:solidFill>
            </a:endParaRPr>
          </a:p>
          <a:p>
            <a:r>
              <a:rPr lang="cs-CZ" sz="2000" dirty="0">
                <a:ea typeface="+mn-lt"/>
                <a:cs typeface="+mn-lt"/>
              </a:rPr>
              <a:t>f(3,4) = 0,04 &lt;  ε - máme kořen</a:t>
            </a:r>
            <a:endParaRPr lang="cs-CZ" sz="1300" dirty="0">
              <a:solidFill>
                <a:srgbClr val="333333"/>
              </a:solidFill>
              <a:ea typeface="+mn-lt"/>
              <a:cs typeface="+mn-lt"/>
            </a:endParaRPr>
          </a:p>
          <a:p>
            <a:pPr marL="0" indent="0">
              <a:buNone/>
            </a:pPr>
            <a:br>
              <a:rPr lang="cs-CZ" sz="1300" dirty="0">
                <a:solidFill>
                  <a:srgbClr val="333333"/>
                </a:solidFill>
                <a:ea typeface="+mn-lt"/>
                <a:cs typeface="+mn-lt"/>
              </a:rPr>
            </a:br>
            <a:endParaRPr lang="cs-CZ" sz="1300">
              <a:solidFill>
                <a:srgbClr val="333333"/>
              </a:solidFill>
              <a:ea typeface="+mn-lt"/>
              <a:cs typeface="+mn-lt"/>
            </a:endParaRPr>
          </a:p>
        </p:txBody>
      </p:sp>
      <p:pic>
        <p:nvPicPr>
          <p:cNvPr id="5" name="Obrázek 4" descr="Obsah obrázku Písmo, rukopis, řada/pruh, kaligrafie&#10;&#10;Obsah vygenerovaný umělou inteligencí může být nesprávný.">
            <a:extLst>
              <a:ext uri="{FF2B5EF4-FFF2-40B4-BE49-F238E27FC236}">
                <a16:creationId xmlns:a16="http://schemas.microsoft.com/office/drawing/2014/main" id="{E3B480F0-9CC1-C56E-120F-4B0F76532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165" y="1576749"/>
            <a:ext cx="2324100" cy="714375"/>
          </a:xfrm>
          <a:prstGeom prst="rect">
            <a:avLst/>
          </a:prstGeom>
        </p:spPr>
      </p:pic>
      <p:pic>
        <p:nvPicPr>
          <p:cNvPr id="6" name="Obrázek 5" descr="Obsah obrázku snímek obrazovky, hodiny, řada/pruh&#10;&#10;Obsah vygenerovaný umělou inteligencí může být nesprávný.">
            <a:extLst>
              <a:ext uri="{FF2B5EF4-FFF2-40B4-BE49-F238E27FC236}">
                <a16:creationId xmlns:a16="http://schemas.microsoft.com/office/drawing/2014/main" id="{5F61A856-D390-DC3B-EAA5-511EA9807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67" y="3966861"/>
            <a:ext cx="10232925" cy="166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75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6749EB3-316B-13E5-02F1-D9D74F07A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Děkuji za pozornost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91677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celář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066FEEE5F48AD4681024082CD4E6082" ma:contentTypeVersion="11" ma:contentTypeDescription="Vytvoří nový dokument" ma:contentTypeScope="" ma:versionID="6021c7b32f80356c74d63ee04b326413">
  <xsd:schema xmlns:xsd="http://www.w3.org/2001/XMLSchema" xmlns:xs="http://www.w3.org/2001/XMLSchema" xmlns:p="http://schemas.microsoft.com/office/2006/metadata/properties" xmlns:ns2="56f66b51-0c61-4da8-9d6e-b8db00b12de2" xmlns:ns3="084efd27-671c-4a3e-a1f9-193c3664239c" targetNamespace="http://schemas.microsoft.com/office/2006/metadata/properties" ma:root="true" ma:fieldsID="894ec311cd56890784da74c65925d942" ns2:_="" ns3:_="">
    <xsd:import namespace="56f66b51-0c61-4da8-9d6e-b8db00b12de2"/>
    <xsd:import namespace="084efd27-671c-4a3e-a1f9-193c366423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f66b51-0c61-4da8-9d6e-b8db00b12d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e6bece5-3ec7-48c6-a3a0-b2b5d8be67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4efd27-671c-4a3e-a1f9-193c3664239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9bef40-6bc0-44a3-b004-108519b05bb9}" ma:internalName="TaxCatchAll" ma:showField="CatchAllData" ma:web="084efd27-671c-4a3e-a1f9-193c366423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6f66b51-0c61-4da8-9d6e-b8db00b12de2">
      <Terms xmlns="http://schemas.microsoft.com/office/infopath/2007/PartnerControls"/>
    </lcf76f155ced4ddcb4097134ff3c332f>
    <TaxCatchAll xmlns="084efd27-671c-4a3e-a1f9-193c3664239c" xsi:nil="true"/>
  </documentManagement>
</p:properties>
</file>

<file path=customXml/itemProps1.xml><?xml version="1.0" encoding="utf-8"?>
<ds:datastoreItem xmlns:ds="http://schemas.openxmlformats.org/officeDocument/2006/customXml" ds:itemID="{BBE15671-A374-40A6-B056-F3D7A4FEF233}"/>
</file>

<file path=customXml/itemProps2.xml><?xml version="1.0" encoding="utf-8"?>
<ds:datastoreItem xmlns:ds="http://schemas.openxmlformats.org/officeDocument/2006/customXml" ds:itemID="{33FF6D68-F6D4-4F1F-A8D8-C534EEC4C688}"/>
</file>

<file path=customXml/itemProps3.xml><?xml version="1.0" encoding="utf-8"?>
<ds:datastoreItem xmlns:ds="http://schemas.openxmlformats.org/officeDocument/2006/customXml" ds:itemID="{15829982-C981-4D52-951B-7F8F3079158B}"/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283</Words>
  <Application>Microsoft Office PowerPoint</Application>
  <PresentationFormat>Širokoúhlá obrazovka</PresentationFormat>
  <Paragraphs>46</Paragraphs>
  <Slides>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Courier New</vt:lpstr>
      <vt:lpstr>Motiv systému Office</vt:lpstr>
      <vt:lpstr>Numerická matematika</vt:lpstr>
      <vt:lpstr>Polynom</vt:lpstr>
      <vt:lpstr>Hornerovo schéma</vt:lpstr>
      <vt:lpstr>Postup</vt:lpstr>
      <vt:lpstr>Metoda půlení intervalu - bisekce</vt:lpstr>
      <vt:lpstr>Postup</vt:lpstr>
      <vt:lpstr>Newtonova metoda tečen</vt:lpstr>
      <vt:lpstr>Postup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Numerická matematika</dc:title>
  <dc:creator/>
  <cp:lastModifiedBy>Kolouch Martin</cp:lastModifiedBy>
  <cp:revision>341</cp:revision>
  <dcterms:created xsi:type="dcterms:W3CDTF">2025-03-08T15:30:45Z</dcterms:created>
  <dcterms:modified xsi:type="dcterms:W3CDTF">2025-04-01T06:16:40Z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0x0101001066FEEE5F48AD4681024082CD4E6082</vt:lpwstr>
  </property>
</Properties>
</file>