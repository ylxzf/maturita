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2" r:id="rId8"/>
    <p:sldId id="259" r:id="rId9"/>
    <p:sldId id="263" r:id="rId10"/>
    <p:sldId id="260" r:id="rId11"/>
    <p:sldId id="264" r:id="rId12"/>
    <p:sldId id="268" r:id="rId13"/>
    <p:sldId id="261" r:id="rId14"/>
    <p:sldId id="265" r:id="rId15"/>
    <p:sldId id="266" r:id="rId16"/>
    <p:sldId id="267" r:id="rId17"/>
    <p:sldId id="269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70BD25FB-5C08-4EE4-9B40-37DE401BF052}">
          <p14:sldIdLst>
            <p14:sldId id="256"/>
            <p14:sldId id="257"/>
            <p14:sldId id="258"/>
            <p14:sldId id="262"/>
            <p14:sldId id="259"/>
            <p14:sldId id="263"/>
            <p14:sldId id="260"/>
            <p14:sldId id="264"/>
            <p14:sldId id="268"/>
            <p14:sldId id="261"/>
            <p14:sldId id="265"/>
            <p14:sldId id="266"/>
            <p14:sldId id="267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64086E-512B-4C42-8E9C-0D02B909AE06}" v="2" dt="2025-03-17T17:16:55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ájek Filip" userId="S::l20210034@prumyslovkajihlava.cz::a3f42842-49b3-43a1-9918-6b7535a97409" providerId="AD" clId="Web-{2964086E-512B-4C42-8E9C-0D02B909AE06}"/>
    <pc:docChg chg="addSld delSld modSection">
      <pc:chgData name="Hájek Filip" userId="S::l20210034@prumyslovkajihlava.cz::a3f42842-49b3-43a1-9918-6b7535a97409" providerId="AD" clId="Web-{2964086E-512B-4C42-8E9C-0D02B909AE06}" dt="2025-03-17T17:16:55.601" v="1"/>
      <pc:docMkLst>
        <pc:docMk/>
      </pc:docMkLst>
      <pc:sldChg chg="new del">
        <pc:chgData name="Hájek Filip" userId="S::l20210034@prumyslovkajihlava.cz::a3f42842-49b3-43a1-9918-6b7535a97409" providerId="AD" clId="Web-{2964086E-512B-4C42-8E9C-0D02B909AE06}" dt="2025-03-17T17:16:55.601" v="1"/>
        <pc:sldMkLst>
          <pc:docMk/>
          <pc:sldMk cId="20211703" sldId="270"/>
        </pc:sldMkLst>
      </pc:sldChg>
    </pc:docChg>
  </pc:docChgLst>
  <pc:docChgLst>
    <pc:chgData name="Pham Phúc Anh" userId="49c68d92-b062-49d8-93b0-91c6f3eb1362" providerId="ADAL" clId="{9EE667C0-E6C4-423E-A147-F38027685D40}"/>
    <pc:docChg chg="addSld modSld modSection">
      <pc:chgData name="Pham Phúc Anh" userId="49c68d92-b062-49d8-93b0-91c6f3eb1362" providerId="ADAL" clId="{9EE667C0-E6C4-423E-A147-F38027685D40}" dt="2025-03-10T22:21:55.394" v="32"/>
      <pc:docMkLst>
        <pc:docMk/>
      </pc:docMkLst>
      <pc:sldChg chg="addSp modSp new mod">
        <pc:chgData name="Pham Phúc Anh" userId="49c68d92-b062-49d8-93b0-91c6f3eb1362" providerId="ADAL" clId="{9EE667C0-E6C4-423E-A147-F38027685D40}" dt="2025-03-10T22:21:55.394" v="32"/>
        <pc:sldMkLst>
          <pc:docMk/>
          <pc:sldMk cId="1246119808" sldId="269"/>
        </pc:sldMkLst>
        <pc:spChg chg="add mod">
          <ac:chgData name="Pham Phúc Anh" userId="49c68d92-b062-49d8-93b0-91c6f3eb1362" providerId="ADAL" clId="{9EE667C0-E6C4-423E-A147-F38027685D40}" dt="2025-03-10T22:21:55.394" v="32"/>
          <ac:spMkLst>
            <pc:docMk/>
            <pc:sldMk cId="1246119808" sldId="269"/>
            <ac:spMk id="3" creationId="{A257759F-8B15-D85F-A781-7763E8F4F1A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3EDE2A-427D-477F-A383-59B4F7FDD94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CE31608-4246-4679-B564-035703944CF3}">
      <dgm:prSet/>
      <dgm:spPr/>
      <dgm:t>
        <a:bodyPr/>
        <a:lstStyle/>
        <a:p>
          <a:r>
            <a:rPr lang="cs-CZ" dirty="0"/>
            <a:t>V tomto případě je chyba v matematickém výpočtu, kde se snaží proměnnou </a:t>
          </a:r>
          <a:r>
            <a:rPr lang="cs-CZ" b="1" i="1" dirty="0"/>
            <a:t>a </a:t>
          </a:r>
          <a:r>
            <a:rPr lang="cs-CZ" dirty="0"/>
            <a:t>dělit proměnnou </a:t>
          </a:r>
          <a:r>
            <a:rPr lang="cs-CZ" b="1" i="1" dirty="0"/>
            <a:t>b, </a:t>
          </a:r>
          <a:r>
            <a:rPr lang="cs-CZ" dirty="0"/>
            <a:t>která má hodnotu 0</a:t>
          </a:r>
          <a:endParaRPr lang="en-US" dirty="0"/>
        </a:p>
      </dgm:t>
    </dgm:pt>
    <dgm:pt modelId="{41557F0A-365A-4934-BA30-EE1E8F67ACE9}" type="parTrans" cxnId="{623BAD71-1514-4413-85C5-D22FD2E8EB72}">
      <dgm:prSet/>
      <dgm:spPr/>
      <dgm:t>
        <a:bodyPr/>
        <a:lstStyle/>
        <a:p>
          <a:endParaRPr lang="en-US"/>
        </a:p>
      </dgm:t>
    </dgm:pt>
    <dgm:pt modelId="{BDF975A4-BC73-46F8-B344-EE8F2AC3F1C4}" type="sibTrans" cxnId="{623BAD71-1514-4413-85C5-D22FD2E8EB72}">
      <dgm:prSet/>
      <dgm:spPr/>
      <dgm:t>
        <a:bodyPr/>
        <a:lstStyle/>
        <a:p>
          <a:endParaRPr lang="en-US"/>
        </a:p>
      </dgm:t>
    </dgm:pt>
    <dgm:pt modelId="{E621FF2C-3090-4C45-8088-8AB46BF66015}">
      <dgm:prSet/>
      <dgm:spPr/>
      <dgm:t>
        <a:bodyPr/>
        <a:lstStyle/>
        <a:p>
          <a:r>
            <a:rPr lang="cs-CZ" dirty="0"/>
            <a:t>V konzoli/</a:t>
          </a:r>
          <a:r>
            <a:rPr lang="cs-CZ" dirty="0" err="1"/>
            <a:t>terminalu</a:t>
          </a:r>
          <a:r>
            <a:rPr lang="cs-CZ" dirty="0"/>
            <a:t> nám poté když spustíme program tedy dá chybovou zprávu, že se snažíme dělit nulou</a:t>
          </a:r>
          <a:endParaRPr lang="en-US" dirty="0"/>
        </a:p>
      </dgm:t>
    </dgm:pt>
    <dgm:pt modelId="{8996B0EF-42C3-41BC-83EB-740D84A50B96}" type="parTrans" cxnId="{8B570EF8-6B66-435F-9678-648EBB93BA45}">
      <dgm:prSet/>
      <dgm:spPr/>
      <dgm:t>
        <a:bodyPr/>
        <a:lstStyle/>
        <a:p>
          <a:endParaRPr lang="en-US"/>
        </a:p>
      </dgm:t>
    </dgm:pt>
    <dgm:pt modelId="{D0A1F326-CF1D-43D6-BE81-A177BCFF11C3}" type="sibTrans" cxnId="{8B570EF8-6B66-435F-9678-648EBB93BA45}">
      <dgm:prSet/>
      <dgm:spPr/>
      <dgm:t>
        <a:bodyPr/>
        <a:lstStyle/>
        <a:p>
          <a:endParaRPr lang="en-US"/>
        </a:p>
      </dgm:t>
    </dgm:pt>
    <dgm:pt modelId="{F3B48399-4E1D-4E18-B8EA-021422A852E8}" type="pres">
      <dgm:prSet presAssocID="{973EDE2A-427D-477F-A383-59B4F7FDD94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016C6B-E578-4616-994B-403D06C7AFDC}" type="pres">
      <dgm:prSet presAssocID="{4CE31608-4246-4679-B564-035703944CF3}" presName="hierRoot1" presStyleCnt="0"/>
      <dgm:spPr/>
    </dgm:pt>
    <dgm:pt modelId="{706BA6D0-4A82-46F4-B0FC-1E3ED864C963}" type="pres">
      <dgm:prSet presAssocID="{4CE31608-4246-4679-B564-035703944CF3}" presName="composite" presStyleCnt="0"/>
      <dgm:spPr/>
    </dgm:pt>
    <dgm:pt modelId="{5876D4FE-D78B-4439-AD4A-2A80CF793704}" type="pres">
      <dgm:prSet presAssocID="{4CE31608-4246-4679-B564-035703944CF3}" presName="background" presStyleLbl="node0" presStyleIdx="0" presStyleCnt="2"/>
      <dgm:spPr/>
    </dgm:pt>
    <dgm:pt modelId="{88DA31A9-B1F7-4702-BEA5-50296AEED340}" type="pres">
      <dgm:prSet presAssocID="{4CE31608-4246-4679-B564-035703944CF3}" presName="text" presStyleLbl="fgAcc0" presStyleIdx="0" presStyleCnt="2">
        <dgm:presLayoutVars>
          <dgm:chPref val="3"/>
        </dgm:presLayoutVars>
      </dgm:prSet>
      <dgm:spPr/>
    </dgm:pt>
    <dgm:pt modelId="{76FD509B-54B9-44E1-9EC3-5E37FEE1F587}" type="pres">
      <dgm:prSet presAssocID="{4CE31608-4246-4679-B564-035703944CF3}" presName="hierChild2" presStyleCnt="0"/>
      <dgm:spPr/>
    </dgm:pt>
    <dgm:pt modelId="{F50F0F0F-9170-480E-B887-609A321C202C}" type="pres">
      <dgm:prSet presAssocID="{E621FF2C-3090-4C45-8088-8AB46BF66015}" presName="hierRoot1" presStyleCnt="0"/>
      <dgm:spPr/>
    </dgm:pt>
    <dgm:pt modelId="{940D95F0-D9A1-43D7-95E6-54F84903F94D}" type="pres">
      <dgm:prSet presAssocID="{E621FF2C-3090-4C45-8088-8AB46BF66015}" presName="composite" presStyleCnt="0"/>
      <dgm:spPr/>
    </dgm:pt>
    <dgm:pt modelId="{B73A1AFA-1531-43CD-9FB8-1C223B237474}" type="pres">
      <dgm:prSet presAssocID="{E621FF2C-3090-4C45-8088-8AB46BF66015}" presName="background" presStyleLbl="node0" presStyleIdx="1" presStyleCnt="2"/>
      <dgm:spPr/>
    </dgm:pt>
    <dgm:pt modelId="{639F8A5C-FF81-48C3-91F3-42E84F079D05}" type="pres">
      <dgm:prSet presAssocID="{E621FF2C-3090-4C45-8088-8AB46BF66015}" presName="text" presStyleLbl="fgAcc0" presStyleIdx="1" presStyleCnt="2">
        <dgm:presLayoutVars>
          <dgm:chPref val="3"/>
        </dgm:presLayoutVars>
      </dgm:prSet>
      <dgm:spPr/>
    </dgm:pt>
    <dgm:pt modelId="{AE339B64-8042-41D1-9537-C4CA7A7FD27B}" type="pres">
      <dgm:prSet presAssocID="{E621FF2C-3090-4C45-8088-8AB46BF66015}" presName="hierChild2" presStyleCnt="0"/>
      <dgm:spPr/>
    </dgm:pt>
  </dgm:ptLst>
  <dgm:cxnLst>
    <dgm:cxn modelId="{623BAD71-1514-4413-85C5-D22FD2E8EB72}" srcId="{973EDE2A-427D-477F-A383-59B4F7FDD94F}" destId="{4CE31608-4246-4679-B564-035703944CF3}" srcOrd="0" destOrd="0" parTransId="{41557F0A-365A-4934-BA30-EE1E8F67ACE9}" sibTransId="{BDF975A4-BC73-46F8-B344-EE8F2AC3F1C4}"/>
    <dgm:cxn modelId="{EF2D80AD-2041-4F95-9D0C-978937117961}" type="presOf" srcId="{973EDE2A-427D-477F-A383-59B4F7FDD94F}" destId="{F3B48399-4E1D-4E18-B8EA-021422A852E8}" srcOrd="0" destOrd="0" presId="urn:microsoft.com/office/officeart/2005/8/layout/hierarchy1"/>
    <dgm:cxn modelId="{AFB05AF6-32B1-4CB9-A3CB-41013A220DC5}" type="presOf" srcId="{4CE31608-4246-4679-B564-035703944CF3}" destId="{88DA31A9-B1F7-4702-BEA5-50296AEED340}" srcOrd="0" destOrd="0" presId="urn:microsoft.com/office/officeart/2005/8/layout/hierarchy1"/>
    <dgm:cxn modelId="{8B570EF8-6B66-435F-9678-648EBB93BA45}" srcId="{973EDE2A-427D-477F-A383-59B4F7FDD94F}" destId="{E621FF2C-3090-4C45-8088-8AB46BF66015}" srcOrd="1" destOrd="0" parTransId="{8996B0EF-42C3-41BC-83EB-740D84A50B96}" sibTransId="{D0A1F326-CF1D-43D6-BE81-A177BCFF11C3}"/>
    <dgm:cxn modelId="{FBB2E3F9-3C33-48B4-9FF2-2AF26855D22F}" type="presOf" srcId="{E621FF2C-3090-4C45-8088-8AB46BF66015}" destId="{639F8A5C-FF81-48C3-91F3-42E84F079D05}" srcOrd="0" destOrd="0" presId="urn:microsoft.com/office/officeart/2005/8/layout/hierarchy1"/>
    <dgm:cxn modelId="{C50F3FB7-DFA4-42A6-9D25-BAF37579C54E}" type="presParOf" srcId="{F3B48399-4E1D-4E18-B8EA-021422A852E8}" destId="{B6016C6B-E578-4616-994B-403D06C7AFDC}" srcOrd="0" destOrd="0" presId="urn:microsoft.com/office/officeart/2005/8/layout/hierarchy1"/>
    <dgm:cxn modelId="{92112050-F924-4040-8704-BECA32813F1E}" type="presParOf" srcId="{B6016C6B-E578-4616-994B-403D06C7AFDC}" destId="{706BA6D0-4A82-46F4-B0FC-1E3ED864C963}" srcOrd="0" destOrd="0" presId="urn:microsoft.com/office/officeart/2005/8/layout/hierarchy1"/>
    <dgm:cxn modelId="{1034EF80-3DD0-4BAD-898F-05962E421F1D}" type="presParOf" srcId="{706BA6D0-4A82-46F4-B0FC-1E3ED864C963}" destId="{5876D4FE-D78B-4439-AD4A-2A80CF793704}" srcOrd="0" destOrd="0" presId="urn:microsoft.com/office/officeart/2005/8/layout/hierarchy1"/>
    <dgm:cxn modelId="{9770D948-C07F-417C-8832-8CE205DBCA3B}" type="presParOf" srcId="{706BA6D0-4A82-46F4-B0FC-1E3ED864C963}" destId="{88DA31A9-B1F7-4702-BEA5-50296AEED340}" srcOrd="1" destOrd="0" presId="urn:microsoft.com/office/officeart/2005/8/layout/hierarchy1"/>
    <dgm:cxn modelId="{388215EE-697E-4B49-9B0C-9F2090EDC3E3}" type="presParOf" srcId="{B6016C6B-E578-4616-994B-403D06C7AFDC}" destId="{76FD509B-54B9-44E1-9EC3-5E37FEE1F587}" srcOrd="1" destOrd="0" presId="urn:microsoft.com/office/officeart/2005/8/layout/hierarchy1"/>
    <dgm:cxn modelId="{EC49FDFB-72BA-4176-838C-09C9B890C959}" type="presParOf" srcId="{F3B48399-4E1D-4E18-B8EA-021422A852E8}" destId="{F50F0F0F-9170-480E-B887-609A321C202C}" srcOrd="1" destOrd="0" presId="urn:microsoft.com/office/officeart/2005/8/layout/hierarchy1"/>
    <dgm:cxn modelId="{59CBCC21-5C36-4D54-B5BA-EAD2917B0D0F}" type="presParOf" srcId="{F50F0F0F-9170-480E-B887-609A321C202C}" destId="{940D95F0-D9A1-43D7-95E6-54F84903F94D}" srcOrd="0" destOrd="0" presId="urn:microsoft.com/office/officeart/2005/8/layout/hierarchy1"/>
    <dgm:cxn modelId="{85BEB424-B7CA-49F2-B90E-82C431AF28BB}" type="presParOf" srcId="{940D95F0-D9A1-43D7-95E6-54F84903F94D}" destId="{B73A1AFA-1531-43CD-9FB8-1C223B237474}" srcOrd="0" destOrd="0" presId="urn:microsoft.com/office/officeart/2005/8/layout/hierarchy1"/>
    <dgm:cxn modelId="{E376E49E-368D-40B0-AAD9-39F0C47F61C8}" type="presParOf" srcId="{940D95F0-D9A1-43D7-95E6-54F84903F94D}" destId="{639F8A5C-FF81-48C3-91F3-42E84F079D05}" srcOrd="1" destOrd="0" presId="urn:microsoft.com/office/officeart/2005/8/layout/hierarchy1"/>
    <dgm:cxn modelId="{A6CFED64-F97F-4A83-B0F1-AEE5CA231F17}" type="presParOf" srcId="{F50F0F0F-9170-480E-B887-609A321C202C}" destId="{AE339B64-8042-41D1-9537-C4CA7A7FD27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4D9FC5-F9FF-4014-99D0-1CC24F54844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44C3E3B-99A7-4EB6-B3A2-19EB4361D669}">
      <dgm:prSet/>
      <dgm:spPr/>
      <dgm:t>
        <a:bodyPr/>
        <a:lstStyle/>
        <a:p>
          <a:r>
            <a:rPr lang="cs-CZ"/>
            <a:t>Události, které nastanou během provádění programu a naruší jeho normální tok</a:t>
          </a:r>
          <a:endParaRPr lang="en-US"/>
        </a:p>
      </dgm:t>
    </dgm:pt>
    <dgm:pt modelId="{D5BA4B13-EA33-45CB-92A0-1A4C5325B061}" type="parTrans" cxnId="{79B01BB1-5445-451F-ACC9-91130B3DBC80}">
      <dgm:prSet/>
      <dgm:spPr/>
      <dgm:t>
        <a:bodyPr/>
        <a:lstStyle/>
        <a:p>
          <a:endParaRPr lang="en-US"/>
        </a:p>
      </dgm:t>
    </dgm:pt>
    <dgm:pt modelId="{F8D0506D-E32B-4863-A564-11C55109A697}" type="sibTrans" cxnId="{79B01BB1-5445-451F-ACC9-91130B3DBC80}">
      <dgm:prSet/>
      <dgm:spPr/>
      <dgm:t>
        <a:bodyPr/>
        <a:lstStyle/>
        <a:p>
          <a:endParaRPr lang="en-US"/>
        </a:p>
      </dgm:t>
    </dgm:pt>
    <dgm:pt modelId="{A1550AB3-6F91-4A18-BBDF-A9B5BC21E372}">
      <dgm:prSet/>
      <dgm:spPr/>
      <dgm:t>
        <a:bodyPr/>
        <a:lstStyle/>
        <a:p>
          <a:r>
            <a:rPr lang="cs-CZ"/>
            <a:t>Z pohledu práce s výjimkou v programovacím jazyce je výjimka braná jako objekt</a:t>
          </a:r>
          <a:endParaRPr lang="en-US"/>
        </a:p>
      </dgm:t>
    </dgm:pt>
    <dgm:pt modelId="{1E31239B-2DF0-409E-9326-0A03F5C9865A}" type="parTrans" cxnId="{D8FD7652-1A4F-4AA6-92EB-0AD86BE593D1}">
      <dgm:prSet/>
      <dgm:spPr/>
      <dgm:t>
        <a:bodyPr/>
        <a:lstStyle/>
        <a:p>
          <a:endParaRPr lang="en-US"/>
        </a:p>
      </dgm:t>
    </dgm:pt>
    <dgm:pt modelId="{72F3987F-6C27-4C6C-BCD9-E02A07D0F70E}" type="sibTrans" cxnId="{D8FD7652-1A4F-4AA6-92EB-0AD86BE593D1}">
      <dgm:prSet/>
      <dgm:spPr/>
      <dgm:t>
        <a:bodyPr/>
        <a:lstStyle/>
        <a:p>
          <a:endParaRPr lang="en-US"/>
        </a:p>
      </dgm:t>
    </dgm:pt>
    <dgm:pt modelId="{0B26D329-D43A-42BF-A8D5-98D8EC5ADC8D}">
      <dgm:prSet/>
      <dgm:spPr/>
      <dgm:t>
        <a:bodyPr/>
        <a:lstStyle/>
        <a:p>
          <a:r>
            <a:rPr lang="cs-CZ"/>
            <a:t>Výjimky mají svou hierarchii, kde na vrcholu je třída Throwable</a:t>
          </a:r>
          <a:endParaRPr lang="en-US"/>
        </a:p>
      </dgm:t>
    </dgm:pt>
    <dgm:pt modelId="{A8BAC4C6-63A5-40E8-9E03-3534A7EF9F4B}" type="parTrans" cxnId="{5125767E-0B60-4059-835A-1F3C397B3ED2}">
      <dgm:prSet/>
      <dgm:spPr/>
      <dgm:t>
        <a:bodyPr/>
        <a:lstStyle/>
        <a:p>
          <a:endParaRPr lang="en-US"/>
        </a:p>
      </dgm:t>
    </dgm:pt>
    <dgm:pt modelId="{A449211B-69E6-40E3-8F12-5E29554883F7}" type="sibTrans" cxnId="{5125767E-0B60-4059-835A-1F3C397B3ED2}">
      <dgm:prSet/>
      <dgm:spPr/>
      <dgm:t>
        <a:bodyPr/>
        <a:lstStyle/>
        <a:p>
          <a:endParaRPr lang="en-US"/>
        </a:p>
      </dgm:t>
    </dgm:pt>
    <dgm:pt modelId="{F3F10645-4120-4E41-83F7-49A8767E00CD}" type="pres">
      <dgm:prSet presAssocID="{284D9FC5-F9FF-4014-99D0-1CC24F54844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6CF9B43-402E-485F-8107-7D7677E7363E}" type="pres">
      <dgm:prSet presAssocID="{544C3E3B-99A7-4EB6-B3A2-19EB4361D669}" presName="hierRoot1" presStyleCnt="0"/>
      <dgm:spPr/>
    </dgm:pt>
    <dgm:pt modelId="{65FFD211-D0B0-4626-8A58-EB9F80699002}" type="pres">
      <dgm:prSet presAssocID="{544C3E3B-99A7-4EB6-B3A2-19EB4361D669}" presName="composite" presStyleCnt="0"/>
      <dgm:spPr/>
    </dgm:pt>
    <dgm:pt modelId="{CAE80331-79E6-4D15-B917-6643F0C8AEA2}" type="pres">
      <dgm:prSet presAssocID="{544C3E3B-99A7-4EB6-B3A2-19EB4361D669}" presName="background" presStyleLbl="node0" presStyleIdx="0" presStyleCnt="3"/>
      <dgm:spPr/>
    </dgm:pt>
    <dgm:pt modelId="{EF6F42DD-DB04-41C9-B4E6-48E11BF96EB5}" type="pres">
      <dgm:prSet presAssocID="{544C3E3B-99A7-4EB6-B3A2-19EB4361D669}" presName="text" presStyleLbl="fgAcc0" presStyleIdx="0" presStyleCnt="3">
        <dgm:presLayoutVars>
          <dgm:chPref val="3"/>
        </dgm:presLayoutVars>
      </dgm:prSet>
      <dgm:spPr/>
    </dgm:pt>
    <dgm:pt modelId="{00549A5E-D580-4C2E-929A-2A3F1A8362D3}" type="pres">
      <dgm:prSet presAssocID="{544C3E3B-99A7-4EB6-B3A2-19EB4361D669}" presName="hierChild2" presStyleCnt="0"/>
      <dgm:spPr/>
    </dgm:pt>
    <dgm:pt modelId="{7E48A770-6059-4CFF-BEC5-BCE3649793C8}" type="pres">
      <dgm:prSet presAssocID="{A1550AB3-6F91-4A18-BBDF-A9B5BC21E372}" presName="hierRoot1" presStyleCnt="0"/>
      <dgm:spPr/>
    </dgm:pt>
    <dgm:pt modelId="{A32ADFD8-5137-4AED-9AD3-A8A29B02E795}" type="pres">
      <dgm:prSet presAssocID="{A1550AB3-6F91-4A18-BBDF-A9B5BC21E372}" presName="composite" presStyleCnt="0"/>
      <dgm:spPr/>
    </dgm:pt>
    <dgm:pt modelId="{1FEFD26A-8DE0-49C5-9F5B-B8070E0B003B}" type="pres">
      <dgm:prSet presAssocID="{A1550AB3-6F91-4A18-BBDF-A9B5BC21E372}" presName="background" presStyleLbl="node0" presStyleIdx="1" presStyleCnt="3"/>
      <dgm:spPr/>
    </dgm:pt>
    <dgm:pt modelId="{2878A92C-4512-4FC9-81A9-CB0AFCFB7E00}" type="pres">
      <dgm:prSet presAssocID="{A1550AB3-6F91-4A18-BBDF-A9B5BC21E372}" presName="text" presStyleLbl="fgAcc0" presStyleIdx="1" presStyleCnt="3">
        <dgm:presLayoutVars>
          <dgm:chPref val="3"/>
        </dgm:presLayoutVars>
      </dgm:prSet>
      <dgm:spPr/>
    </dgm:pt>
    <dgm:pt modelId="{A82B839D-5020-41D6-A258-182FAD01EAD2}" type="pres">
      <dgm:prSet presAssocID="{A1550AB3-6F91-4A18-BBDF-A9B5BC21E372}" presName="hierChild2" presStyleCnt="0"/>
      <dgm:spPr/>
    </dgm:pt>
    <dgm:pt modelId="{5EFC8C0D-F187-4A60-8CCC-FD41C574B429}" type="pres">
      <dgm:prSet presAssocID="{0B26D329-D43A-42BF-A8D5-98D8EC5ADC8D}" presName="hierRoot1" presStyleCnt="0"/>
      <dgm:spPr/>
    </dgm:pt>
    <dgm:pt modelId="{128716C8-6385-4453-B2EA-6B0EB9215CDA}" type="pres">
      <dgm:prSet presAssocID="{0B26D329-D43A-42BF-A8D5-98D8EC5ADC8D}" presName="composite" presStyleCnt="0"/>
      <dgm:spPr/>
    </dgm:pt>
    <dgm:pt modelId="{B8B56B8D-58C8-4BCB-A35E-CABF449C1768}" type="pres">
      <dgm:prSet presAssocID="{0B26D329-D43A-42BF-A8D5-98D8EC5ADC8D}" presName="background" presStyleLbl="node0" presStyleIdx="2" presStyleCnt="3"/>
      <dgm:spPr/>
    </dgm:pt>
    <dgm:pt modelId="{DA85A95C-790D-43E6-B98F-628910155DFC}" type="pres">
      <dgm:prSet presAssocID="{0B26D329-D43A-42BF-A8D5-98D8EC5ADC8D}" presName="text" presStyleLbl="fgAcc0" presStyleIdx="2" presStyleCnt="3">
        <dgm:presLayoutVars>
          <dgm:chPref val="3"/>
        </dgm:presLayoutVars>
      </dgm:prSet>
      <dgm:spPr/>
    </dgm:pt>
    <dgm:pt modelId="{4C1FEC3E-A4C7-42DC-B82C-0E227251A350}" type="pres">
      <dgm:prSet presAssocID="{0B26D329-D43A-42BF-A8D5-98D8EC5ADC8D}" presName="hierChild2" presStyleCnt="0"/>
      <dgm:spPr/>
    </dgm:pt>
  </dgm:ptLst>
  <dgm:cxnLst>
    <dgm:cxn modelId="{D8FD7652-1A4F-4AA6-92EB-0AD86BE593D1}" srcId="{284D9FC5-F9FF-4014-99D0-1CC24F548442}" destId="{A1550AB3-6F91-4A18-BBDF-A9B5BC21E372}" srcOrd="1" destOrd="0" parTransId="{1E31239B-2DF0-409E-9326-0A03F5C9865A}" sibTransId="{72F3987F-6C27-4C6C-BCD9-E02A07D0F70E}"/>
    <dgm:cxn modelId="{5125767E-0B60-4059-835A-1F3C397B3ED2}" srcId="{284D9FC5-F9FF-4014-99D0-1CC24F548442}" destId="{0B26D329-D43A-42BF-A8D5-98D8EC5ADC8D}" srcOrd="2" destOrd="0" parTransId="{A8BAC4C6-63A5-40E8-9E03-3534A7EF9F4B}" sibTransId="{A449211B-69E6-40E3-8F12-5E29554883F7}"/>
    <dgm:cxn modelId="{19022C8F-53AA-45F3-8BB8-0CD3761C3874}" type="presOf" srcId="{0B26D329-D43A-42BF-A8D5-98D8EC5ADC8D}" destId="{DA85A95C-790D-43E6-B98F-628910155DFC}" srcOrd="0" destOrd="0" presId="urn:microsoft.com/office/officeart/2005/8/layout/hierarchy1"/>
    <dgm:cxn modelId="{79B01BB1-5445-451F-ACC9-91130B3DBC80}" srcId="{284D9FC5-F9FF-4014-99D0-1CC24F548442}" destId="{544C3E3B-99A7-4EB6-B3A2-19EB4361D669}" srcOrd="0" destOrd="0" parTransId="{D5BA4B13-EA33-45CB-92A0-1A4C5325B061}" sibTransId="{F8D0506D-E32B-4863-A564-11C55109A697}"/>
    <dgm:cxn modelId="{477EC3B4-D4F5-466F-814B-5DA4B8071AE4}" type="presOf" srcId="{284D9FC5-F9FF-4014-99D0-1CC24F548442}" destId="{F3F10645-4120-4E41-83F7-49A8767E00CD}" srcOrd="0" destOrd="0" presId="urn:microsoft.com/office/officeart/2005/8/layout/hierarchy1"/>
    <dgm:cxn modelId="{951F1BB8-A9A7-4A73-94C6-6DC1355F31EE}" type="presOf" srcId="{A1550AB3-6F91-4A18-BBDF-A9B5BC21E372}" destId="{2878A92C-4512-4FC9-81A9-CB0AFCFB7E00}" srcOrd="0" destOrd="0" presId="urn:microsoft.com/office/officeart/2005/8/layout/hierarchy1"/>
    <dgm:cxn modelId="{C3EEC8E0-CE3E-44D6-8858-82D7A5B02D88}" type="presOf" srcId="{544C3E3B-99A7-4EB6-B3A2-19EB4361D669}" destId="{EF6F42DD-DB04-41C9-B4E6-48E11BF96EB5}" srcOrd="0" destOrd="0" presId="urn:microsoft.com/office/officeart/2005/8/layout/hierarchy1"/>
    <dgm:cxn modelId="{8DEAFA7F-93A8-42CF-9C6B-7B55079DEFD7}" type="presParOf" srcId="{F3F10645-4120-4E41-83F7-49A8767E00CD}" destId="{E6CF9B43-402E-485F-8107-7D7677E7363E}" srcOrd="0" destOrd="0" presId="urn:microsoft.com/office/officeart/2005/8/layout/hierarchy1"/>
    <dgm:cxn modelId="{F18A1521-EF19-45DF-AE9B-A0C18E3A78C2}" type="presParOf" srcId="{E6CF9B43-402E-485F-8107-7D7677E7363E}" destId="{65FFD211-D0B0-4626-8A58-EB9F80699002}" srcOrd="0" destOrd="0" presId="urn:microsoft.com/office/officeart/2005/8/layout/hierarchy1"/>
    <dgm:cxn modelId="{58495150-8DDE-4B15-A046-4D01DC5BC693}" type="presParOf" srcId="{65FFD211-D0B0-4626-8A58-EB9F80699002}" destId="{CAE80331-79E6-4D15-B917-6643F0C8AEA2}" srcOrd="0" destOrd="0" presId="urn:microsoft.com/office/officeart/2005/8/layout/hierarchy1"/>
    <dgm:cxn modelId="{45318A8D-5A97-465B-8E5F-46E8A9153EFD}" type="presParOf" srcId="{65FFD211-D0B0-4626-8A58-EB9F80699002}" destId="{EF6F42DD-DB04-41C9-B4E6-48E11BF96EB5}" srcOrd="1" destOrd="0" presId="urn:microsoft.com/office/officeart/2005/8/layout/hierarchy1"/>
    <dgm:cxn modelId="{B17D4A93-D544-4B93-8E8B-C8C291743024}" type="presParOf" srcId="{E6CF9B43-402E-485F-8107-7D7677E7363E}" destId="{00549A5E-D580-4C2E-929A-2A3F1A8362D3}" srcOrd="1" destOrd="0" presId="urn:microsoft.com/office/officeart/2005/8/layout/hierarchy1"/>
    <dgm:cxn modelId="{8D765428-4CED-478C-ABC7-D0184A897B71}" type="presParOf" srcId="{F3F10645-4120-4E41-83F7-49A8767E00CD}" destId="{7E48A770-6059-4CFF-BEC5-BCE3649793C8}" srcOrd="1" destOrd="0" presId="urn:microsoft.com/office/officeart/2005/8/layout/hierarchy1"/>
    <dgm:cxn modelId="{6A0458C3-039D-4BA7-9BE9-F873DA934C2D}" type="presParOf" srcId="{7E48A770-6059-4CFF-BEC5-BCE3649793C8}" destId="{A32ADFD8-5137-4AED-9AD3-A8A29B02E795}" srcOrd="0" destOrd="0" presId="urn:microsoft.com/office/officeart/2005/8/layout/hierarchy1"/>
    <dgm:cxn modelId="{E07C78A2-0D75-4FD9-876A-02BB90E9D363}" type="presParOf" srcId="{A32ADFD8-5137-4AED-9AD3-A8A29B02E795}" destId="{1FEFD26A-8DE0-49C5-9F5B-B8070E0B003B}" srcOrd="0" destOrd="0" presId="urn:microsoft.com/office/officeart/2005/8/layout/hierarchy1"/>
    <dgm:cxn modelId="{7D2D4E70-AB41-4A5F-9FDF-9F19175B7C02}" type="presParOf" srcId="{A32ADFD8-5137-4AED-9AD3-A8A29B02E795}" destId="{2878A92C-4512-4FC9-81A9-CB0AFCFB7E00}" srcOrd="1" destOrd="0" presId="urn:microsoft.com/office/officeart/2005/8/layout/hierarchy1"/>
    <dgm:cxn modelId="{3787F4D6-267B-4A15-832F-E4F6DE9E0381}" type="presParOf" srcId="{7E48A770-6059-4CFF-BEC5-BCE3649793C8}" destId="{A82B839D-5020-41D6-A258-182FAD01EAD2}" srcOrd="1" destOrd="0" presId="urn:microsoft.com/office/officeart/2005/8/layout/hierarchy1"/>
    <dgm:cxn modelId="{AEB2DDAE-0467-498B-B586-FB67571960BD}" type="presParOf" srcId="{F3F10645-4120-4E41-83F7-49A8767E00CD}" destId="{5EFC8C0D-F187-4A60-8CCC-FD41C574B429}" srcOrd="2" destOrd="0" presId="urn:microsoft.com/office/officeart/2005/8/layout/hierarchy1"/>
    <dgm:cxn modelId="{9E768921-E06D-4987-B657-D3C8F8A2C746}" type="presParOf" srcId="{5EFC8C0D-F187-4A60-8CCC-FD41C574B429}" destId="{128716C8-6385-4453-B2EA-6B0EB9215CDA}" srcOrd="0" destOrd="0" presId="urn:microsoft.com/office/officeart/2005/8/layout/hierarchy1"/>
    <dgm:cxn modelId="{7DEF57AC-ED53-4109-B240-7D4554F1F445}" type="presParOf" srcId="{128716C8-6385-4453-B2EA-6B0EB9215CDA}" destId="{B8B56B8D-58C8-4BCB-A35E-CABF449C1768}" srcOrd="0" destOrd="0" presId="urn:microsoft.com/office/officeart/2005/8/layout/hierarchy1"/>
    <dgm:cxn modelId="{4DE9DEA2-79B3-4A46-A1AE-7F60B1B96A47}" type="presParOf" srcId="{128716C8-6385-4453-B2EA-6B0EB9215CDA}" destId="{DA85A95C-790D-43E6-B98F-628910155DFC}" srcOrd="1" destOrd="0" presId="urn:microsoft.com/office/officeart/2005/8/layout/hierarchy1"/>
    <dgm:cxn modelId="{08DD3B1D-3EEB-447C-B1FA-4AB37098C972}" type="presParOf" srcId="{5EFC8C0D-F187-4A60-8CCC-FD41C574B429}" destId="{4C1FEC3E-A4C7-42DC-B82C-0E227251A35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76D4FE-D78B-4439-AD4A-2A80CF793704}">
      <dsp:nvSpPr>
        <dsp:cNvPr id="0" name=""/>
        <dsp:cNvSpPr/>
      </dsp:nvSpPr>
      <dsp:spPr>
        <a:xfrm>
          <a:off x="1231" y="417396"/>
          <a:ext cx="4322073" cy="27445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DA31A9-B1F7-4702-BEA5-50296AEED340}">
      <dsp:nvSpPr>
        <dsp:cNvPr id="0" name=""/>
        <dsp:cNvSpPr/>
      </dsp:nvSpPr>
      <dsp:spPr>
        <a:xfrm>
          <a:off x="481461" y="873615"/>
          <a:ext cx="4322073" cy="27445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V tomto případě je chyba v matematickém výpočtu, kde se snaží proměnnou </a:t>
          </a:r>
          <a:r>
            <a:rPr lang="cs-CZ" sz="2800" b="1" i="1" kern="1200" dirty="0"/>
            <a:t>a </a:t>
          </a:r>
          <a:r>
            <a:rPr lang="cs-CZ" sz="2800" kern="1200" dirty="0"/>
            <a:t>dělit proměnnou </a:t>
          </a:r>
          <a:r>
            <a:rPr lang="cs-CZ" sz="2800" b="1" i="1" kern="1200" dirty="0"/>
            <a:t>b, </a:t>
          </a:r>
          <a:r>
            <a:rPr lang="cs-CZ" sz="2800" kern="1200" dirty="0"/>
            <a:t>která má hodnotu 0</a:t>
          </a:r>
          <a:endParaRPr lang="en-US" sz="2800" kern="1200" dirty="0"/>
        </a:p>
      </dsp:txBody>
      <dsp:txXfrm>
        <a:off x="561845" y="953999"/>
        <a:ext cx="4161305" cy="2583748"/>
      </dsp:txXfrm>
    </dsp:sp>
    <dsp:sp modelId="{B73A1AFA-1531-43CD-9FB8-1C223B237474}">
      <dsp:nvSpPr>
        <dsp:cNvPr id="0" name=""/>
        <dsp:cNvSpPr/>
      </dsp:nvSpPr>
      <dsp:spPr>
        <a:xfrm>
          <a:off x="5283765" y="417396"/>
          <a:ext cx="4322073" cy="27445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9F8A5C-FF81-48C3-91F3-42E84F079D05}">
      <dsp:nvSpPr>
        <dsp:cNvPr id="0" name=""/>
        <dsp:cNvSpPr/>
      </dsp:nvSpPr>
      <dsp:spPr>
        <a:xfrm>
          <a:off x="5763996" y="873615"/>
          <a:ext cx="4322073" cy="27445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V konzoli/</a:t>
          </a:r>
          <a:r>
            <a:rPr lang="cs-CZ" sz="2800" kern="1200" dirty="0" err="1"/>
            <a:t>terminalu</a:t>
          </a:r>
          <a:r>
            <a:rPr lang="cs-CZ" sz="2800" kern="1200" dirty="0"/>
            <a:t> nám poté když spustíme program tedy dá chybovou zprávu, že se snažíme dělit nulou</a:t>
          </a:r>
          <a:endParaRPr lang="en-US" sz="2800" kern="1200" dirty="0"/>
        </a:p>
      </dsp:txBody>
      <dsp:txXfrm>
        <a:off x="5844380" y="953999"/>
        <a:ext cx="4161305" cy="25837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80331-79E6-4D15-B917-6643F0C8AEA2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6F42DD-DB04-41C9-B4E6-48E11BF96EB5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/>
            <a:t>Události, které nastanou během provádění programu a naruší jeho normální tok</a:t>
          </a:r>
          <a:endParaRPr lang="en-US" sz="2200" kern="1200"/>
        </a:p>
      </dsp:txBody>
      <dsp:txXfrm>
        <a:off x="378614" y="886531"/>
        <a:ext cx="2810360" cy="1744948"/>
      </dsp:txXfrm>
    </dsp:sp>
    <dsp:sp modelId="{1FEFD26A-8DE0-49C5-9F5B-B8070E0B003B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78A92C-4512-4FC9-81A9-CB0AFCFB7E00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/>
            <a:t>Z pohledu práce s výjimkou v programovacím jazyce je výjimka braná jako objekt</a:t>
          </a:r>
          <a:endParaRPr lang="en-US" sz="2200" kern="1200"/>
        </a:p>
      </dsp:txBody>
      <dsp:txXfrm>
        <a:off x="3946203" y="886531"/>
        <a:ext cx="2810360" cy="1744948"/>
      </dsp:txXfrm>
    </dsp:sp>
    <dsp:sp modelId="{B8B56B8D-58C8-4BCB-A35E-CABF449C1768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85A95C-790D-43E6-B98F-628910155DFC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/>
            <a:t>Výjimky mají svou hierarchii, kde na vrcholu je třída Throwable</a:t>
          </a:r>
          <a:endParaRPr lang="en-US" sz="2200" kern="1200"/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E3BB26-729A-8F1E-4AB9-9E3CD27E1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21DDB84-CB16-4191-95E7-FC9CE421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05A6656-1A5F-264F-B0A0-AC12E3F2D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2EF-928D-4E22-86BD-EF2F11E3DAB8}" type="datetimeFigureOut">
              <a:rPr lang="cs-CZ" smtClean="0"/>
              <a:t>17.03.2025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D9EE65A-45A7-C20E-1D1E-ED16F715E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B5CD065-51C7-9D58-C47E-566EB242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CEA9-AF54-4F7A-B145-2972BB966F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397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A6014A-3DB8-1667-3333-3C393E92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928F549-48F1-BAF8-F51A-3D94625CB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17B9ACE-092F-1806-D61C-15BF384AA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2EF-928D-4E22-86BD-EF2F11E3DAB8}" type="datetimeFigureOut">
              <a:rPr lang="cs-CZ" smtClean="0"/>
              <a:t>17.03.2025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EAC67EF-6918-CDB4-88C6-7C45AC364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6628130-2950-8670-80F8-545A534D7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CEA9-AF54-4F7A-B145-2972BB966F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8850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C6C4EC-4272-2555-84B0-2D73DB147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186E468-95BF-D863-A4A6-2145FCE31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3F668AE-21C2-830C-C705-CA6EE9DB3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2EF-928D-4E22-86BD-EF2F11E3DAB8}" type="datetimeFigureOut">
              <a:rPr lang="cs-CZ" smtClean="0"/>
              <a:t>17.03.2025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707BBDA-4A76-088F-D821-7BA0BEDD4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9B82D6B-EE0B-E880-C0C4-97C871BB6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CEA9-AF54-4F7A-B145-2972BB966F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1467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CA558E-72D2-DD79-E872-502033E42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D208E0C-C00C-8FC4-C58B-BA1D14536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EDFB193-0B7B-5E9C-0C18-81EABBF08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D0F3ACD-1B8D-FEBA-AE96-7FA067B94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2EF-928D-4E22-86BD-EF2F11E3DAB8}" type="datetimeFigureOut">
              <a:rPr lang="cs-CZ" smtClean="0"/>
              <a:t>17.03.2025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09FAB53-72ED-CDC5-0B60-46C11422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F298A72-169B-38EF-0E05-CCEACF70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CEA9-AF54-4F7A-B145-2972BB966F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102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7F68CC-4961-F40A-F8B6-CC364CCEE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213F369-341C-849A-232C-56B68154B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80A6A82-2A35-5A21-0A62-A61598383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C791B87-9F8E-6BD5-3D3C-9E57B4F79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66C5C980-95C1-0F79-7CE6-FA240AA042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DF058C1-61E2-3A35-0E31-EC280DE36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2EF-928D-4E22-86BD-EF2F11E3DAB8}" type="datetimeFigureOut">
              <a:rPr lang="cs-CZ" smtClean="0"/>
              <a:t>17.03.2025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DC024950-5D08-ECDB-B2B9-CE823E7B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1DE4226E-3646-F5F1-2C7B-000390BFD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CEA9-AF54-4F7A-B145-2972BB966F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15004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9BC480-8267-C06D-3DCE-751A1327C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0D274D8-70FB-5ACF-1616-9F08694AA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2EF-928D-4E22-86BD-EF2F11E3DAB8}" type="datetimeFigureOut">
              <a:rPr lang="cs-CZ" smtClean="0"/>
              <a:t>17.03.2025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A29BE0F-DE56-E936-0101-5500AF4E6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272210A-AF66-FB74-BDC8-C298A1019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CEA9-AF54-4F7A-B145-2972BB966F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88464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EC06C1E-2452-E10C-2CF0-87AB80DFC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2EF-928D-4E22-86BD-EF2F11E3DAB8}" type="datetimeFigureOut">
              <a:rPr lang="cs-CZ" smtClean="0"/>
              <a:t>17.03.2025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38979E11-9A5D-63C1-83C0-8621A1F2A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C239CD1-B256-C952-78E5-FF1A6FA6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CEA9-AF54-4F7A-B145-2972BB966F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82382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A8F19C-6894-0084-0A02-9EE8DBBDA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123A262-FA5F-739F-AEE0-470BAD618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81F9309-ADF9-1F99-0613-10326654F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FE4708C-4F57-A579-AE97-CB23D193D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2EF-928D-4E22-86BD-EF2F11E3DAB8}" type="datetimeFigureOut">
              <a:rPr lang="cs-CZ" smtClean="0"/>
              <a:t>17.03.2025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BCE7150-916C-62BD-F44D-F441F2EE1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6E9708E-564F-FC6E-A64F-2023D357B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CEA9-AF54-4F7A-B145-2972BB966F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34741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BA61C3-E126-E5F3-2245-D1ABF1EE0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81BA7BA0-E3B0-C28D-8A11-A424E54E84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CD8552D-B146-3D3D-7873-83FD1A3D0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9DEF33C-53CD-AABA-9D43-004B608F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2EF-928D-4E22-86BD-EF2F11E3DAB8}" type="datetimeFigureOut">
              <a:rPr lang="cs-CZ" smtClean="0"/>
              <a:t>17.03.2025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64CCCCF-5465-7A26-24DD-B79DB27EF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430ED59-CAB3-92C6-28CD-497B3F93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CEA9-AF54-4F7A-B145-2972BB966F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267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3091B3-76CF-A36E-B303-66DA983B6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EB1F78F-FF43-579C-55D1-C10E9538C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29EF08C-ABC3-76FC-546A-DA297C1D0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2EF-928D-4E22-86BD-EF2F11E3DAB8}" type="datetimeFigureOut">
              <a:rPr lang="cs-CZ" smtClean="0"/>
              <a:t>17.03.2025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CF1C00B-432A-3BD3-7766-B4A627F3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B6CB984-1A70-538C-3815-7D8BFD2B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CEA9-AF54-4F7A-B145-2972BB966F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8044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87893919-E568-0CF5-868C-AAEBD34D1C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44833D2-598E-BE0C-D2FD-3D25E094C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43EEF41-787E-A43E-F89F-C406D0D56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2EF-928D-4E22-86BD-EF2F11E3DAB8}" type="datetimeFigureOut">
              <a:rPr lang="cs-CZ" smtClean="0"/>
              <a:t>17.03.2025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FE3BA9E-D9AE-5852-9DB8-F551D49AB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C76DAD1-B06C-67B2-F067-D2A90341A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CEA9-AF54-4F7A-B145-2972BB966F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0605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F20242E1-995A-A3C0-448C-7E77B949C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6D109CE-5A83-D348-0050-6A63DD0F9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336CF72-9167-73DA-474A-AABF5D16E8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F52EF-928D-4E22-86BD-EF2F11E3DAB8}" type="datetimeFigureOut">
              <a:rPr lang="cs-CZ" smtClean="0"/>
              <a:t>17.03.2025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61F9400-C54A-47D0-069A-AC4716AE0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B63DC02-F179-E40C-6912-E5E9560268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9CEA9-AF54-4F7A-B145-2972BB966F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14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reel/DExCDtRqpX8/?igsh=MWJwazFwaXR5eW8zNA==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Matematické a vědecké vzorce">
            <a:extLst>
              <a:ext uri="{FF2B5EF4-FFF2-40B4-BE49-F238E27FC236}">
                <a16:creationId xmlns:a16="http://schemas.microsoft.com/office/drawing/2014/main" id="{76E8DA0E-B08A-AEB1-7CB2-9964B6ABE3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4A297F9-1043-C3E8-7EFB-4A69A91F7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pl-PL" sz="5200">
                <a:solidFill>
                  <a:srgbClr val="FFFFFF"/>
                </a:solidFill>
              </a:rPr>
              <a:t>Chyby v programování a mechanismus výjimek</a:t>
            </a:r>
            <a:endParaRPr lang="cs-CZ" sz="5200">
              <a:solidFill>
                <a:srgbClr val="FFFFFF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A5E4675-7B18-D140-BA41-9F607ECEA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Phúc Anh Pham</a:t>
            </a:r>
          </a:p>
        </p:txBody>
      </p:sp>
    </p:spTree>
    <p:extLst>
      <p:ext uri="{BB962C8B-B14F-4D97-AF65-F5344CB8AC3E}">
        <p14:creationId xmlns:p14="http://schemas.microsoft.com/office/powerpoint/2010/main" val="415606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9596397-7271-1DF5-3C10-6C118313B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cs-CZ" sz="4800"/>
              <a:t>Chyby v programování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EF28DF2-B6EF-7CDB-1931-010984A15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cs-CZ" sz="2400"/>
              <a:t>Chyba v PC programu, která způsobuje, že program nefunguje tak, jak byl zamyšlen/naprogramován</a:t>
            </a:r>
          </a:p>
          <a:p>
            <a:r>
              <a:rPr lang="cs-CZ" sz="2400"/>
              <a:t>Můžeme se setkat s různými typy chyb, ale pro nás nejčastejší jsou:</a:t>
            </a:r>
          </a:p>
          <a:p>
            <a:pPr lvl="1"/>
            <a:r>
              <a:rPr lang="cs-CZ"/>
              <a:t>Syntax error </a:t>
            </a:r>
            <a:r>
              <a:rPr lang="cs-CZ" dirty="0"/>
              <a:t>(Syntaktická chyba)</a:t>
            </a:r>
          </a:p>
          <a:p>
            <a:pPr lvl="1"/>
            <a:r>
              <a:rPr lang="cs-CZ"/>
              <a:t>Semantic error </a:t>
            </a:r>
            <a:r>
              <a:rPr lang="cs-CZ" dirty="0"/>
              <a:t>(Sémantická chyba)</a:t>
            </a:r>
          </a:p>
          <a:p>
            <a:pPr lvl="1"/>
            <a:r>
              <a:rPr lang="cs-CZ"/>
              <a:t>Runtime error </a:t>
            </a:r>
            <a:r>
              <a:rPr lang="cs-CZ" dirty="0"/>
              <a:t>(Běhová chyba)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164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05B05E7-5097-18D0-0923-96ACE8B9A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cs-CZ" sz="4800"/>
              <a:t>Syntaktická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30D899-94DA-7A3E-551E-DC1586335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cs-CZ" sz="2200"/>
              <a:t>Porušení syntaxu, která neodpovídá pravidlům daného programovacího jazyka</a:t>
            </a:r>
          </a:p>
          <a:p>
            <a:r>
              <a:rPr lang="cs-CZ" sz="2200"/>
              <a:t>Např. </a:t>
            </a:r>
          </a:p>
          <a:p>
            <a:pPr lvl="1"/>
            <a:r>
              <a:rPr lang="cs-CZ" sz="2200"/>
              <a:t>Chybějící středník na konci ;</a:t>
            </a:r>
          </a:p>
          <a:p>
            <a:pPr lvl="1"/>
            <a:r>
              <a:rPr lang="cs-CZ" sz="2200"/>
              <a:t>Nesprávné ukončení závorek</a:t>
            </a:r>
          </a:p>
          <a:p>
            <a:pPr lvl="1"/>
            <a:r>
              <a:rPr lang="cs-CZ" sz="2200"/>
              <a:t>Překlepy v klíčových slovech</a:t>
            </a:r>
          </a:p>
          <a:p>
            <a:r>
              <a:rPr lang="cs-CZ" sz="2200"/>
              <a:t>Snadno ji můžeme najít, SW tyto chyby zvýrazní a většinou konkrétně vypíše do konzole co tam chybí nebo jaká v tom je chyba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68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02D2A54-187F-A42F-F3BA-DE213F146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Příklad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BB57E0B-F171-3D9F-02B4-F38B1F442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V tomto případě se jedná chybějící středník na konci </a:t>
            </a:r>
            <a:r>
              <a:rPr lang="en-US" sz="2200" b="1" i="1"/>
              <a:t>int a = 5</a:t>
            </a:r>
          </a:p>
          <a:p>
            <a:r>
              <a:rPr lang="en-US" sz="2200"/>
              <a:t>Můžeme vidět že chyba je červeně zavlnkovaná</a:t>
            </a:r>
          </a:p>
          <a:p>
            <a:r>
              <a:rPr lang="en-US" sz="2200"/>
              <a:t>Když zkusíme spustit/zkompilovat program, v konzoli/terminalu nám vyhodí chybovou hlášku</a:t>
            </a:r>
          </a:p>
          <a:p>
            <a:endParaRPr lang="en-US" sz="2200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5DACF2A4-83F1-A95B-AEC9-3C7C5275D2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534656" y="2184940"/>
            <a:ext cx="4471071" cy="1956093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F10A732C-016A-0AF6-DC8A-82A4F1682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95" y="4836641"/>
            <a:ext cx="6206615" cy="77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139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441D038-69CA-D7D9-EAD1-7E4A6AD25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cs-CZ" sz="4800"/>
              <a:t>Sémentická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6E7EEA-331B-86EB-EF71-3AE01EF61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cs-CZ" sz="2200"/>
              <a:t>Spíše logická chyba, kdy je program syntaxově správný, ale nedělá, co chceme aby dělal</a:t>
            </a:r>
          </a:p>
          <a:p>
            <a:r>
              <a:rPr lang="cs-CZ" sz="2200"/>
              <a:t>Např.</a:t>
            </a:r>
          </a:p>
          <a:p>
            <a:pPr lvl="1"/>
            <a:r>
              <a:rPr lang="cs-CZ" sz="2200"/>
              <a:t>Použití špatné proměnné</a:t>
            </a:r>
          </a:p>
          <a:p>
            <a:pPr lvl="1"/>
            <a:r>
              <a:rPr lang="cs-CZ" sz="2200"/>
              <a:t>Prohozené nebo zapomenuté instrukce/operace</a:t>
            </a:r>
          </a:p>
          <a:p>
            <a:r>
              <a:rPr lang="cs-CZ" sz="2200"/>
              <a:t>Tyto chyby už je těžší najít, jelikož je program přeložen/zkompilován bez žádných chyb, ale vždy nám vyhodí stejnou logickou chybu</a:t>
            </a:r>
          </a:p>
          <a:p>
            <a:r>
              <a:rPr lang="cs-CZ" sz="2200"/>
              <a:t>Tím pádem můžeme pouze hledat a kontrolovat logiku programu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744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87FEE2D-565E-666D-C2D7-A5546E394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Příklad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C01B47C0-E1F8-D9DD-6715-CC0214765CB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5295" y="3280290"/>
            <a:ext cx="5150277" cy="2203093"/>
          </a:xfrm>
          <a:prstGeom prst="rect">
            <a:avLst/>
          </a:prstGeom>
        </p:spPr>
      </p:pic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04AB43C-2333-E432-03AB-B6700F3CA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6429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Chyba je ve for cyklu, kde 3. statement </a:t>
            </a:r>
            <a:r>
              <a:rPr lang="en-US" sz="2000" b="1" i="1"/>
              <a:t>i-- </a:t>
            </a:r>
            <a:r>
              <a:rPr lang="en-US" sz="2000"/>
              <a:t>se po každém uplynulém cyklu snižuje, místo toho aby se hodnota </a:t>
            </a:r>
            <a:r>
              <a:rPr lang="en-US" sz="2000" b="1" i="1"/>
              <a:t>i </a:t>
            </a:r>
            <a:r>
              <a:rPr lang="en-US" sz="2000"/>
              <a:t>zvyšovala. Program se tedy zacyklí a nikdy neskončí, dokud nezastavíme program</a:t>
            </a:r>
            <a:endParaRPr lang="en-US" sz="2000" b="1" i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38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2438CB4-AC42-56C0-5079-5AFB4AFA2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cs-CZ" sz="4800"/>
              <a:t>Běhová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35CA936-8493-DA25-33E4-D3088829E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cs-CZ" sz="2000"/>
              <a:t>Chyba, která nastane za běhu programu a to jen někdy</a:t>
            </a:r>
          </a:p>
          <a:p>
            <a:r>
              <a:rPr lang="cs-CZ" sz="2000"/>
              <a:t>Většinou neošetřená, speciální situace</a:t>
            </a:r>
          </a:p>
          <a:p>
            <a:r>
              <a:rPr lang="cs-CZ" sz="2000"/>
              <a:t>Např.</a:t>
            </a:r>
          </a:p>
          <a:p>
            <a:pPr lvl="1"/>
            <a:r>
              <a:rPr lang="cs-CZ" sz="2000"/>
              <a:t>Dělení nulou</a:t>
            </a:r>
          </a:p>
          <a:p>
            <a:pPr lvl="1"/>
            <a:r>
              <a:rPr lang="cs-CZ" sz="2000"/>
              <a:t>Výstup mimo pole</a:t>
            </a:r>
          </a:p>
          <a:p>
            <a:r>
              <a:rPr lang="cs-CZ" sz="2000"/>
              <a:t>Nejhůře ze všech 3 odhalitelná, je přeložitelná jako sémantická chyba, ale oproti ostatním chyba nastane jenom v některých případech</a:t>
            </a:r>
          </a:p>
          <a:p>
            <a:r>
              <a:rPr lang="cs-CZ" sz="2000"/>
              <a:t>V tomto případě použijeme </a:t>
            </a:r>
            <a:r>
              <a:rPr lang="cs-CZ" sz="2000" b="1"/>
              <a:t>mechanismus výjimek</a:t>
            </a:r>
          </a:p>
        </p:txBody>
      </p:sp>
      <p:cxnSp>
        <p:nvCxnSpPr>
          <p:cNvPr id="25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718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4B1E57C3-1A67-8D88-794C-2BE7EB6A6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</a:t>
            </a:r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F5B40958-CFD2-0CC9-9A98-AF75E65DD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03502" y="3603583"/>
            <a:ext cx="5183188" cy="2183526"/>
          </a:xfrm>
        </p:spPr>
        <p:txBody>
          <a:bodyPr/>
          <a:lstStyle/>
          <a:p>
            <a:r>
              <a:rPr lang="cs-CZ" dirty="0"/>
              <a:t>V tomto případě je chyba v matematickém výpočtu, kde se snaží proměnnou </a:t>
            </a:r>
            <a:r>
              <a:rPr lang="cs-CZ" b="1" i="1" dirty="0"/>
              <a:t>a </a:t>
            </a:r>
            <a:r>
              <a:rPr lang="cs-CZ" dirty="0"/>
              <a:t>dělit proměnnou </a:t>
            </a:r>
            <a:r>
              <a:rPr lang="cs-CZ" b="1" i="1" dirty="0"/>
              <a:t>b, </a:t>
            </a:r>
            <a:r>
              <a:rPr lang="cs-CZ" dirty="0"/>
              <a:t>která má hodnotu 0</a:t>
            </a:r>
            <a:endParaRPr lang="cs-CZ" b="1" i="1" dirty="0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2D0416A0-CC11-6EA8-8479-8C6018108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33" y="1792968"/>
            <a:ext cx="4315427" cy="1609950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1DA6DE46-3698-52EA-71D9-C5980B3CF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922" y="2034354"/>
            <a:ext cx="5996734" cy="823912"/>
          </a:xfrm>
          <a:prstGeom prst="rect">
            <a:avLst/>
          </a:prstGeom>
        </p:spPr>
      </p:pic>
      <p:sp>
        <p:nvSpPr>
          <p:cNvPr id="16" name="Zástupný obsah 7">
            <a:extLst>
              <a:ext uri="{FF2B5EF4-FFF2-40B4-BE49-F238E27FC236}">
                <a16:creationId xmlns:a16="http://schemas.microsoft.com/office/drawing/2014/main" id="{1F2CBF5C-1C0D-ABCA-75E2-50286F9EDF0F}"/>
              </a:ext>
            </a:extLst>
          </p:cNvPr>
          <p:cNvSpPr txBox="1">
            <a:spLocks/>
          </p:cNvSpPr>
          <p:nvPr/>
        </p:nvSpPr>
        <p:spPr>
          <a:xfrm>
            <a:off x="5733922" y="3603583"/>
            <a:ext cx="5183188" cy="1668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V konzoli/</a:t>
            </a:r>
            <a:r>
              <a:rPr lang="cs-CZ" dirty="0" err="1"/>
              <a:t>terminalu</a:t>
            </a:r>
            <a:r>
              <a:rPr lang="cs-CZ" dirty="0"/>
              <a:t> nám poté když spustíme program tedy dá chybovou zprávu, že se snažíme dělit nulou</a:t>
            </a:r>
            <a:endParaRPr lang="cs-CZ" b="1" i="1" dirty="0"/>
          </a:p>
        </p:txBody>
      </p:sp>
    </p:spTree>
    <p:extLst>
      <p:ext uri="{BB962C8B-B14F-4D97-AF65-F5344CB8AC3E}">
        <p14:creationId xmlns:p14="http://schemas.microsoft.com/office/powerpoint/2010/main" val="457730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673E5E-B5AE-9E67-D04A-F9276635C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194"/>
            <a:ext cx="10515600" cy="1325563"/>
          </a:xfrm>
        </p:spPr>
        <p:txBody>
          <a:bodyPr/>
          <a:lstStyle/>
          <a:p>
            <a:r>
              <a:rPr lang="cs-CZ" dirty="0"/>
              <a:t>Příklad</a:t>
            </a:r>
          </a:p>
        </p:txBody>
      </p:sp>
      <p:graphicFrame>
        <p:nvGraphicFramePr>
          <p:cNvPr id="9" name="Zástupný obsah 2">
            <a:extLst>
              <a:ext uri="{FF2B5EF4-FFF2-40B4-BE49-F238E27FC236}">
                <a16:creationId xmlns:a16="http://schemas.microsoft.com/office/drawing/2014/main" id="{5120062A-362A-3753-C4B5-9E35EAD5FD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5861923"/>
              </p:ext>
            </p:extLst>
          </p:nvPr>
        </p:nvGraphicFramePr>
        <p:xfrm>
          <a:off x="928141" y="1112291"/>
          <a:ext cx="10087301" cy="4035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Obrázek 3">
            <a:extLst>
              <a:ext uri="{FF2B5EF4-FFF2-40B4-BE49-F238E27FC236}">
                <a16:creationId xmlns:a16="http://schemas.microsoft.com/office/drawing/2014/main" id="{2E544036-BECC-D8A0-06AA-CD0E4998F4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4807544"/>
            <a:ext cx="5029451" cy="1876330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DCAB088D-E3CD-1882-2F3F-0D8149275E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1791" y="5176005"/>
            <a:ext cx="5996734" cy="82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48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A9622A3-162F-B1C0-45E3-F46ECE317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cs-CZ" sz="4800"/>
              <a:t>Výjimky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366BBD99-CFBD-F170-04B5-C823412598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298986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7186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16B5731-42B7-9631-DCEF-6A273C3A5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cs-CZ" sz="3600">
                <a:solidFill>
                  <a:schemeClr val="tx2"/>
                </a:solidFill>
              </a:rPr>
              <a:t>Třída Throwable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B38871C-2DE9-E57F-8BE3-8CC996D94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5746030" cy="4139643"/>
          </a:xfrm>
        </p:spPr>
        <p:txBody>
          <a:bodyPr anchor="t">
            <a:normAutofit/>
          </a:bodyPr>
          <a:lstStyle/>
          <a:p>
            <a:r>
              <a:rPr lang="cs-CZ" sz="1800" dirty="0">
                <a:solidFill>
                  <a:schemeClr val="tx2"/>
                </a:solidFill>
              </a:rPr>
              <a:t>Kořenová třída hierarchie výjimek a chyb</a:t>
            </a:r>
          </a:p>
          <a:p>
            <a:r>
              <a:rPr lang="cs-CZ" sz="1800" dirty="0">
                <a:solidFill>
                  <a:schemeClr val="tx2"/>
                </a:solidFill>
              </a:rPr>
              <a:t>Všechny výjimky a chyby v Javě dědí z třídy </a:t>
            </a:r>
            <a:r>
              <a:rPr lang="cs-CZ" sz="1800" dirty="0" err="1">
                <a:solidFill>
                  <a:schemeClr val="tx2"/>
                </a:solidFill>
              </a:rPr>
              <a:t>Throwable</a:t>
            </a:r>
            <a:r>
              <a:rPr lang="cs-CZ" sz="1800" dirty="0">
                <a:solidFill>
                  <a:schemeClr val="tx2"/>
                </a:solidFill>
              </a:rPr>
              <a:t>, je tedy potomkem </a:t>
            </a:r>
            <a:r>
              <a:rPr lang="cs-CZ" sz="1800" dirty="0" err="1">
                <a:solidFill>
                  <a:schemeClr val="tx2"/>
                </a:solidFill>
              </a:rPr>
              <a:t>Throwable</a:t>
            </a:r>
            <a:endParaRPr lang="cs-CZ" sz="1800" dirty="0">
              <a:solidFill>
                <a:schemeClr val="tx2"/>
              </a:solidFill>
            </a:endParaRPr>
          </a:p>
          <a:p>
            <a:pPr lvl="1"/>
            <a:r>
              <a:rPr lang="cs-CZ" sz="1800" dirty="0" err="1">
                <a:solidFill>
                  <a:schemeClr val="tx2"/>
                </a:solidFill>
              </a:rPr>
              <a:t>Error</a:t>
            </a:r>
            <a:r>
              <a:rPr lang="cs-CZ" sz="1800" dirty="0">
                <a:solidFill>
                  <a:schemeClr val="tx2"/>
                </a:solidFill>
              </a:rPr>
              <a:t> – závažný problém (</a:t>
            </a:r>
            <a:r>
              <a:rPr lang="cs-CZ" sz="1800" dirty="0" err="1">
                <a:solidFill>
                  <a:schemeClr val="tx2"/>
                </a:solidFill>
              </a:rPr>
              <a:t>OutOfMemoryError</a:t>
            </a:r>
            <a:r>
              <a:rPr lang="cs-CZ" sz="1800" dirty="0">
                <a:solidFill>
                  <a:schemeClr val="tx2"/>
                </a:solidFill>
              </a:rPr>
              <a:t>, </a:t>
            </a:r>
            <a:r>
              <a:rPr lang="cs-CZ" sz="1800" dirty="0" err="1">
                <a:solidFill>
                  <a:schemeClr val="tx2"/>
                </a:solidFill>
              </a:rPr>
              <a:t>StackOverflowError</a:t>
            </a:r>
            <a:r>
              <a:rPr lang="cs-CZ" sz="1800" dirty="0">
                <a:solidFill>
                  <a:schemeClr val="tx2"/>
                </a:solidFill>
              </a:rPr>
              <a:t>), jsou to většinou závažné chyby v JVM (např. nedostatek paměti)</a:t>
            </a:r>
          </a:p>
          <a:p>
            <a:pPr lvl="1"/>
            <a:r>
              <a:rPr lang="cs-CZ" sz="1800" dirty="0" err="1">
                <a:solidFill>
                  <a:schemeClr val="tx2"/>
                </a:solidFill>
              </a:rPr>
              <a:t>Exception</a:t>
            </a:r>
            <a:r>
              <a:rPr lang="cs-CZ" sz="1800" dirty="0">
                <a:solidFill>
                  <a:schemeClr val="tx2"/>
                </a:solidFill>
              </a:rPr>
              <a:t> – výjimky, které lze zpracovat a souvisejí s chybami v logice v programu. Můžou nebo se i musí ošetřit</a:t>
            </a:r>
          </a:p>
          <a:p>
            <a:pPr lvl="2"/>
            <a:r>
              <a:rPr lang="cs-CZ" sz="1800" dirty="0" err="1">
                <a:solidFill>
                  <a:schemeClr val="tx2"/>
                </a:solidFill>
              </a:rPr>
              <a:t>Checked</a:t>
            </a:r>
            <a:r>
              <a:rPr lang="cs-CZ" sz="1800" dirty="0">
                <a:solidFill>
                  <a:schemeClr val="tx2"/>
                </a:solidFill>
              </a:rPr>
              <a:t> </a:t>
            </a:r>
            <a:r>
              <a:rPr lang="cs-CZ" sz="1800" dirty="0" err="1">
                <a:solidFill>
                  <a:schemeClr val="tx2"/>
                </a:solidFill>
              </a:rPr>
              <a:t>Exceptions</a:t>
            </a:r>
            <a:r>
              <a:rPr lang="cs-CZ" sz="1800" dirty="0">
                <a:solidFill>
                  <a:schemeClr val="tx2"/>
                </a:solidFill>
              </a:rPr>
              <a:t> (kontrolované výjimky) – musí být zachyceny přes </a:t>
            </a:r>
            <a:r>
              <a:rPr lang="cs-CZ" sz="1800" b="1" i="1" dirty="0" err="1">
                <a:solidFill>
                  <a:schemeClr val="tx2"/>
                </a:solidFill>
              </a:rPr>
              <a:t>throws</a:t>
            </a:r>
            <a:r>
              <a:rPr lang="cs-CZ" sz="1800" b="1" i="1" dirty="0">
                <a:solidFill>
                  <a:schemeClr val="tx2"/>
                </a:solidFill>
              </a:rPr>
              <a:t> </a:t>
            </a:r>
            <a:r>
              <a:rPr lang="cs-CZ" sz="1800" dirty="0">
                <a:solidFill>
                  <a:schemeClr val="tx2"/>
                </a:solidFill>
              </a:rPr>
              <a:t>nebo </a:t>
            </a:r>
            <a:r>
              <a:rPr lang="cs-CZ" sz="1800" b="1" i="1" dirty="0" err="1">
                <a:solidFill>
                  <a:schemeClr val="tx2"/>
                </a:solidFill>
              </a:rPr>
              <a:t>try-catch</a:t>
            </a:r>
            <a:r>
              <a:rPr lang="cs-CZ" sz="1800" b="1" i="1" dirty="0">
                <a:solidFill>
                  <a:schemeClr val="tx2"/>
                </a:solidFill>
              </a:rPr>
              <a:t> </a:t>
            </a:r>
            <a:r>
              <a:rPr lang="cs-CZ" sz="1800" b="1" i="1" dirty="0" err="1">
                <a:solidFill>
                  <a:schemeClr val="tx2"/>
                </a:solidFill>
              </a:rPr>
              <a:t>block</a:t>
            </a:r>
            <a:r>
              <a:rPr lang="cs-CZ" sz="1800" dirty="0">
                <a:solidFill>
                  <a:schemeClr val="tx2"/>
                </a:solidFill>
              </a:rPr>
              <a:t> (</a:t>
            </a:r>
            <a:r>
              <a:rPr lang="cs-CZ" sz="1800" dirty="0" err="1">
                <a:solidFill>
                  <a:schemeClr val="tx2"/>
                </a:solidFill>
              </a:rPr>
              <a:t>IOException</a:t>
            </a:r>
            <a:r>
              <a:rPr lang="cs-CZ" sz="1800" dirty="0">
                <a:solidFill>
                  <a:schemeClr val="tx2"/>
                </a:solidFill>
              </a:rPr>
              <a:t>, </a:t>
            </a:r>
            <a:r>
              <a:rPr lang="cs-CZ" sz="1800" dirty="0" err="1">
                <a:solidFill>
                  <a:schemeClr val="tx2"/>
                </a:solidFill>
              </a:rPr>
              <a:t>SQLException</a:t>
            </a:r>
            <a:r>
              <a:rPr lang="cs-CZ" sz="1800" dirty="0">
                <a:solidFill>
                  <a:schemeClr val="tx2"/>
                </a:solidFill>
              </a:rPr>
              <a:t>)</a:t>
            </a:r>
          </a:p>
          <a:p>
            <a:pPr lvl="2"/>
            <a:r>
              <a:rPr lang="cs-CZ" sz="1800" dirty="0" err="1">
                <a:solidFill>
                  <a:schemeClr val="tx2"/>
                </a:solidFill>
              </a:rPr>
              <a:t>Unchecked</a:t>
            </a:r>
            <a:r>
              <a:rPr lang="cs-CZ" sz="1800" dirty="0">
                <a:solidFill>
                  <a:schemeClr val="tx2"/>
                </a:solidFill>
              </a:rPr>
              <a:t> – nemusí být zachyceny (</a:t>
            </a:r>
            <a:r>
              <a:rPr lang="cs-CZ" sz="1800" dirty="0" err="1">
                <a:solidFill>
                  <a:schemeClr val="tx2"/>
                </a:solidFill>
              </a:rPr>
              <a:t>ArithmeticException</a:t>
            </a:r>
            <a:r>
              <a:rPr lang="cs-CZ" sz="1800" dirty="0">
                <a:solidFill>
                  <a:schemeClr val="tx2"/>
                </a:solidFill>
              </a:rPr>
              <a:t>)</a:t>
            </a:r>
          </a:p>
          <a:p>
            <a:pPr lvl="2"/>
            <a:endParaRPr lang="cs-CZ" sz="1400" dirty="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Obrázek 4" descr="Obsah obrázku text, diagram, snímek obrazovky, řada/pruh&#10;&#10;Obsah vygenerovaný umělou inteligencí může být nesprávný.">
            <a:extLst>
              <a:ext uri="{FF2B5EF4-FFF2-40B4-BE49-F238E27FC236}">
                <a16:creationId xmlns:a16="http://schemas.microsoft.com/office/drawing/2014/main" id="{2D4AEA0F-B52A-8F54-8E96-73E37F421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476" y="2321757"/>
            <a:ext cx="4458069" cy="32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9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22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24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2699EA-055B-FF34-42C0-757C32A5D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Try-catch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F4BF90F-3695-5DB3-FF72-9C601AED1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8992" y="1412489"/>
            <a:ext cx="6135885" cy="226352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Syntax</a:t>
            </a:r>
          </a:p>
          <a:p>
            <a:pPr marL="228600" lvl="1" indent="0">
              <a:buNone/>
            </a:pPr>
            <a:r>
              <a:rPr lang="en-US" sz="2000" dirty="0"/>
              <a:t>try {    </a:t>
            </a:r>
          </a:p>
          <a:p>
            <a:pPr marL="228600" lvl="1" indent="0">
              <a:buNone/>
            </a:pPr>
            <a:r>
              <a:rPr lang="en-US" sz="2000" dirty="0"/>
              <a:t> </a:t>
            </a:r>
            <a:r>
              <a:rPr lang="en-US" sz="2000" dirty="0">
                <a:solidFill>
                  <a:schemeClr val="accent6"/>
                </a:solidFill>
              </a:rPr>
              <a:t>// Code that might throw an exception </a:t>
            </a:r>
          </a:p>
          <a:p>
            <a:pPr marL="228600" lvl="1" indent="0">
              <a:buNone/>
            </a:pPr>
            <a:r>
              <a:rPr lang="en-US" sz="2000" dirty="0"/>
              <a:t>} catch (</a:t>
            </a:r>
            <a:r>
              <a:rPr lang="en-US" sz="2000" dirty="0" err="1"/>
              <a:t>ExceptionType</a:t>
            </a:r>
            <a:r>
              <a:rPr lang="en-US" sz="2000" dirty="0"/>
              <a:t> e) {    </a:t>
            </a:r>
          </a:p>
          <a:p>
            <a:pPr marL="228600" lvl="1" indent="0">
              <a:buNone/>
            </a:pPr>
            <a:r>
              <a:rPr lang="en-US" sz="2000" dirty="0"/>
              <a:t> </a:t>
            </a:r>
            <a:r>
              <a:rPr lang="en-US" sz="2000" dirty="0">
                <a:solidFill>
                  <a:schemeClr val="accent6"/>
                </a:solidFill>
              </a:rPr>
              <a:t>// Code that handles the exception </a:t>
            </a:r>
          </a:p>
          <a:p>
            <a:pPr marL="228600" lvl="1" indent="0">
              <a:buNone/>
            </a:pPr>
            <a:r>
              <a:rPr lang="en-US" sz="2000" dirty="0"/>
              <a:t>}</a:t>
            </a:r>
          </a:p>
          <a:p>
            <a:pPr marL="457200" lvl="1"/>
            <a:endParaRPr lang="en-US" sz="2000" dirty="0"/>
          </a:p>
          <a:p>
            <a:pPr marL="457200" lvl="1"/>
            <a:endParaRPr lang="en-US" sz="2000" b="1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58B7AB6E-9CB5-3B92-1B4A-F6DEB9A33B2D}"/>
              </a:ext>
            </a:extLst>
          </p:cNvPr>
          <p:cNvSpPr txBox="1"/>
          <p:nvPr/>
        </p:nvSpPr>
        <p:spPr>
          <a:xfrm>
            <a:off x="130328" y="424447"/>
            <a:ext cx="4160675" cy="75997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solidFill>
                  <a:schemeClr val="accent6"/>
                </a:solidFill>
              </a:rPr>
              <a:t>//  </a:t>
            </a:r>
            <a:r>
              <a:rPr lang="cs-CZ" sz="1400" dirty="0">
                <a:solidFill>
                  <a:schemeClr val="accent6"/>
                </a:solidFill>
              </a:rPr>
              <a:t>Odtud kód v</a:t>
            </a:r>
            <a:r>
              <a:rPr lang="en-US" sz="1400" dirty="0" err="1">
                <a:solidFill>
                  <a:schemeClr val="accent6"/>
                </a:solidFill>
              </a:rPr>
              <a:t>ložen</a:t>
            </a:r>
            <a:r>
              <a:rPr lang="en-US" sz="1400" dirty="0">
                <a:solidFill>
                  <a:schemeClr val="accent6"/>
                </a:solidFill>
              </a:rPr>
              <a:t> </a:t>
            </a:r>
            <a:r>
              <a:rPr lang="en-US" sz="1400" dirty="0" err="1">
                <a:solidFill>
                  <a:schemeClr val="accent6"/>
                </a:solidFill>
              </a:rPr>
              <a:t>jako</a:t>
            </a:r>
            <a:r>
              <a:rPr lang="en-US" sz="1400" dirty="0">
                <a:solidFill>
                  <a:schemeClr val="accent6"/>
                </a:solidFill>
              </a:rPr>
              <a:t> text, </a:t>
            </a:r>
            <a:r>
              <a:rPr lang="en-US" sz="1400" dirty="0" err="1">
                <a:solidFill>
                  <a:schemeClr val="accent6"/>
                </a:solidFill>
              </a:rPr>
              <a:t>jelikož</a:t>
            </a:r>
            <a:r>
              <a:rPr lang="en-US" sz="1400" dirty="0">
                <a:solidFill>
                  <a:schemeClr val="accent6"/>
                </a:solidFill>
              </a:rPr>
              <a:t> Visual Studio Code mi </a:t>
            </a:r>
            <a:r>
              <a:rPr lang="en-US" sz="1400" dirty="0" err="1">
                <a:solidFill>
                  <a:schemeClr val="accent6"/>
                </a:solidFill>
              </a:rPr>
              <a:t>crashnul</a:t>
            </a:r>
            <a:r>
              <a:rPr lang="en-US" sz="1400" dirty="0">
                <a:solidFill>
                  <a:schemeClr val="accent6"/>
                </a:solidFill>
              </a:rPr>
              <a:t> a </a:t>
            </a:r>
            <a:r>
              <a:rPr lang="en-US" sz="1400" dirty="0" err="1">
                <a:solidFill>
                  <a:schemeClr val="accent6"/>
                </a:solidFill>
              </a:rPr>
              <a:t>nešel</a:t>
            </a:r>
            <a:r>
              <a:rPr lang="en-US" sz="1400" dirty="0">
                <a:solidFill>
                  <a:schemeClr val="accent6"/>
                </a:solidFill>
              </a:rPr>
              <a:t> </a:t>
            </a:r>
            <a:r>
              <a:rPr lang="en-US" sz="1400" dirty="0" err="1">
                <a:solidFill>
                  <a:schemeClr val="accent6"/>
                </a:solidFill>
              </a:rPr>
              <a:t>znovu</a:t>
            </a:r>
            <a:r>
              <a:rPr lang="en-US" sz="1400" dirty="0">
                <a:solidFill>
                  <a:schemeClr val="accent6"/>
                </a:solidFill>
              </a:rPr>
              <a:t> </a:t>
            </a:r>
            <a:r>
              <a:rPr lang="en-US" sz="1400" dirty="0" err="1">
                <a:solidFill>
                  <a:schemeClr val="accent6"/>
                </a:solidFill>
              </a:rPr>
              <a:t>zapnout</a:t>
            </a:r>
            <a:r>
              <a:rPr lang="en-US" sz="1400" dirty="0">
                <a:solidFill>
                  <a:schemeClr val="accent6"/>
                </a:solidFill>
              </a:rPr>
              <a:t> </a:t>
            </a:r>
            <a:r>
              <a:rPr lang="en-US" sz="1400" dirty="0" err="1">
                <a:solidFill>
                  <a:schemeClr val="accent6"/>
                </a:solidFill>
              </a:rPr>
              <a:t>potom</a:t>
            </a:r>
            <a:r>
              <a:rPr lang="en-US" sz="1400" dirty="0">
                <a:solidFill>
                  <a:schemeClr val="accent6"/>
                </a:solidFill>
              </a:rPr>
              <a:t> co </a:t>
            </a:r>
            <a:r>
              <a:rPr lang="en-US" sz="1400" dirty="0" err="1">
                <a:solidFill>
                  <a:schemeClr val="accent6"/>
                </a:solidFill>
              </a:rPr>
              <a:t>jsem</a:t>
            </a:r>
            <a:r>
              <a:rPr lang="en-US" sz="1400" dirty="0">
                <a:solidFill>
                  <a:schemeClr val="accent6"/>
                </a:solidFill>
              </a:rPr>
              <a:t> </a:t>
            </a:r>
            <a:r>
              <a:rPr lang="en-US" sz="1400" dirty="0" err="1">
                <a:solidFill>
                  <a:schemeClr val="accent6"/>
                </a:solidFill>
              </a:rPr>
              <a:t>si</a:t>
            </a:r>
            <a:r>
              <a:rPr lang="en-US" sz="1400" dirty="0">
                <a:solidFill>
                  <a:schemeClr val="accent6"/>
                </a:solidFill>
              </a:rPr>
              <a:t> s </a:t>
            </a:r>
            <a:r>
              <a:rPr lang="en-US" sz="1400" dirty="0" err="1">
                <a:solidFill>
                  <a:schemeClr val="accent6"/>
                </a:solidFill>
              </a:rPr>
              <a:t>ním</a:t>
            </a:r>
            <a:r>
              <a:rPr lang="en-US" sz="1400" dirty="0">
                <a:solidFill>
                  <a:schemeClr val="accent6"/>
                </a:solidFill>
              </a:rPr>
              <a:t> </a:t>
            </a:r>
            <a:r>
              <a:rPr lang="en-US" sz="1400" dirty="0" err="1">
                <a:solidFill>
                  <a:schemeClr val="accent6"/>
                </a:solidFill>
              </a:rPr>
              <a:t>hrál</a:t>
            </a:r>
            <a:r>
              <a:rPr lang="en-US" sz="1400" dirty="0">
                <a:solidFill>
                  <a:schemeClr val="accent6"/>
                </a:solidFill>
              </a:rPr>
              <a:t> </a:t>
            </a:r>
            <a:r>
              <a:rPr lang="en-US" sz="1400" dirty="0" err="1">
                <a:solidFill>
                  <a:schemeClr val="accent6"/>
                </a:solidFill>
              </a:rPr>
              <a:t>chvíli</a:t>
            </a:r>
            <a:r>
              <a:rPr lang="en-US" sz="1400" dirty="0">
                <a:solidFill>
                  <a:schemeClr val="accent6"/>
                </a:solidFill>
              </a:rPr>
              <a:t> a </a:t>
            </a:r>
            <a:r>
              <a:rPr lang="cs-CZ" sz="1400" dirty="0">
                <a:solidFill>
                  <a:schemeClr val="accent6"/>
                </a:solidFill>
              </a:rPr>
              <a:t>já jako poctivý </a:t>
            </a:r>
            <a:r>
              <a:rPr lang="cs-CZ" sz="1400" dirty="0" err="1">
                <a:solidFill>
                  <a:schemeClr val="accent6"/>
                </a:solidFill>
              </a:rPr>
              <a:t>ajťák</a:t>
            </a:r>
            <a:r>
              <a:rPr lang="cs-CZ" sz="1400" dirty="0">
                <a:solidFill>
                  <a:schemeClr val="accent6"/>
                </a:solidFill>
              </a:rPr>
              <a:t> jsem problém nechal být, protože jsem byl moc líný </a:t>
            </a:r>
            <a:r>
              <a:rPr lang="en-US" sz="1400" dirty="0" err="1">
                <a:solidFill>
                  <a:schemeClr val="accent6"/>
                </a:solidFill>
              </a:rPr>
              <a:t>abych</a:t>
            </a:r>
            <a:r>
              <a:rPr lang="en-US" sz="1400" dirty="0">
                <a:solidFill>
                  <a:schemeClr val="accent6"/>
                </a:solidFill>
              </a:rPr>
              <a:t> </a:t>
            </a:r>
            <a:r>
              <a:rPr lang="en-US" sz="1400" dirty="0" err="1">
                <a:solidFill>
                  <a:schemeClr val="accent6"/>
                </a:solidFill>
              </a:rPr>
              <a:t>zjišťoval</a:t>
            </a:r>
            <a:r>
              <a:rPr lang="en-US" sz="1400" dirty="0">
                <a:solidFill>
                  <a:schemeClr val="accent6"/>
                </a:solidFill>
              </a:rPr>
              <a:t> </a:t>
            </a:r>
            <a:r>
              <a:rPr lang="en-US" sz="1400" dirty="0" err="1">
                <a:solidFill>
                  <a:schemeClr val="accent6"/>
                </a:solidFill>
              </a:rPr>
              <a:t>proč</a:t>
            </a:r>
            <a:r>
              <a:rPr lang="en-US" sz="1400" dirty="0">
                <a:solidFill>
                  <a:schemeClr val="accent6"/>
                </a:solidFill>
              </a:rPr>
              <a:t> :D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6021260-4DA6-CE07-5B00-4AC99D6C3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328" y="3793840"/>
            <a:ext cx="5131773" cy="19824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cs-CZ" altLang="cs-CZ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myNumbers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myNumbers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]);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Something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went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wrong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finished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cs-CZ" altLang="cs-CZ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cs-CZ" altLang="cs-CZ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Zástupný obsah 2">
            <a:extLst>
              <a:ext uri="{FF2B5EF4-FFF2-40B4-BE49-F238E27FC236}">
                <a16:creationId xmlns:a16="http://schemas.microsoft.com/office/drawing/2014/main" id="{8528957B-B421-0020-D02C-50E6CF3BF2DC}"/>
              </a:ext>
            </a:extLst>
          </p:cNvPr>
          <p:cNvSpPr txBox="1">
            <a:spLocks/>
          </p:cNvSpPr>
          <p:nvPr/>
        </p:nvSpPr>
        <p:spPr>
          <a:xfrm>
            <a:off x="5351392" y="1564889"/>
            <a:ext cx="6135885" cy="981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/>
            <a:endParaRPr lang="en-US" sz="2000" dirty="0"/>
          </a:p>
          <a:p>
            <a:pPr marL="457200" lvl="1"/>
            <a:endParaRPr lang="en-US" sz="2000" b="1" dirty="0"/>
          </a:p>
        </p:txBody>
      </p:sp>
      <p:sp>
        <p:nvSpPr>
          <p:cNvPr id="11" name="Zástupný obsah 2">
            <a:extLst>
              <a:ext uri="{FF2B5EF4-FFF2-40B4-BE49-F238E27FC236}">
                <a16:creationId xmlns:a16="http://schemas.microsoft.com/office/drawing/2014/main" id="{65311D23-3E6F-EF42-5728-21DB1CB992FB}"/>
              </a:ext>
            </a:extLst>
          </p:cNvPr>
          <p:cNvSpPr txBox="1">
            <a:spLocks/>
          </p:cNvSpPr>
          <p:nvPr/>
        </p:nvSpPr>
        <p:spPr>
          <a:xfrm>
            <a:off x="5414501" y="3959308"/>
            <a:ext cx="6135885" cy="198249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/>
              <a:t>Najde chybu, protože </a:t>
            </a:r>
            <a:r>
              <a:rPr lang="cs-CZ" sz="2000" dirty="0" err="1"/>
              <a:t>myNumbers</a:t>
            </a:r>
            <a:r>
              <a:rPr lang="en-US" sz="2000" dirty="0"/>
              <a:t>[10] </a:t>
            </a:r>
            <a:r>
              <a:rPr lang="en-US" sz="2000" dirty="0" err="1"/>
              <a:t>neexistuje</a:t>
            </a:r>
            <a:endParaRPr lang="en-US" sz="2000" dirty="0"/>
          </a:p>
          <a:p>
            <a:r>
              <a:rPr lang="en-US" sz="2000" dirty="0"/>
              <a:t>P</a:t>
            </a:r>
            <a:r>
              <a:rPr lang="cs-CZ" sz="2000" dirty="0" err="1"/>
              <a:t>řidáme</a:t>
            </a:r>
            <a:r>
              <a:rPr lang="cs-CZ" sz="2000" dirty="0"/>
              <a:t> </a:t>
            </a:r>
            <a:r>
              <a:rPr lang="cs-CZ" sz="2000" dirty="0" err="1"/>
              <a:t>try</a:t>
            </a:r>
            <a:r>
              <a:rPr lang="cs-CZ" sz="2000" dirty="0"/>
              <a:t> příkaz, který zachytí chybu a </a:t>
            </a:r>
            <a:r>
              <a:rPr lang="cs-CZ" sz="2000" dirty="0" err="1"/>
              <a:t>catch</a:t>
            </a:r>
            <a:r>
              <a:rPr lang="cs-CZ" sz="2000" dirty="0"/>
              <a:t>, který spustí nějaký kód (tady neexistuje </a:t>
            </a:r>
            <a:r>
              <a:rPr lang="cs-CZ" sz="2000" dirty="0" err="1"/>
              <a:t>myNumber</a:t>
            </a:r>
            <a:r>
              <a:rPr lang="en-US" sz="2000" dirty="0"/>
              <a:t>s[10]</a:t>
            </a:r>
            <a:r>
              <a:rPr lang="cs-CZ" sz="2000" dirty="0"/>
              <a:t>, tak do konzole vypíše “</a:t>
            </a:r>
            <a:r>
              <a:rPr lang="cs-CZ" sz="2000" dirty="0" err="1"/>
              <a:t>Something</a:t>
            </a:r>
            <a:r>
              <a:rPr lang="cs-CZ" sz="2000" dirty="0"/>
              <a:t> </a:t>
            </a:r>
            <a:r>
              <a:rPr lang="cs-CZ" sz="2000" dirty="0" err="1"/>
              <a:t>went</a:t>
            </a:r>
            <a:r>
              <a:rPr lang="cs-CZ" sz="2000" dirty="0"/>
              <a:t> </a:t>
            </a:r>
            <a:r>
              <a:rPr lang="cs-CZ" sz="2000" dirty="0" err="1"/>
              <a:t>wrong</a:t>
            </a:r>
            <a:r>
              <a:rPr lang="cs-CZ" sz="2000" dirty="0"/>
              <a:t>“)</a:t>
            </a:r>
          </a:p>
          <a:p>
            <a:r>
              <a:rPr lang="cs-CZ" sz="2000" dirty="0"/>
              <a:t>Pomocí příkazu </a:t>
            </a:r>
            <a:r>
              <a:rPr lang="cs-CZ" sz="2000" dirty="0" err="1"/>
              <a:t>finally</a:t>
            </a:r>
            <a:r>
              <a:rPr lang="cs-CZ" sz="2000" dirty="0"/>
              <a:t> umožní </a:t>
            </a:r>
            <a:r>
              <a:rPr lang="cs-CZ" sz="2000" dirty="0" err="1"/>
              <a:t>sputit</a:t>
            </a:r>
            <a:r>
              <a:rPr lang="cs-CZ" sz="2000" dirty="0"/>
              <a:t> kód po </a:t>
            </a:r>
            <a:r>
              <a:rPr lang="cs-CZ" sz="2000" dirty="0" err="1"/>
              <a:t>try-catch</a:t>
            </a:r>
            <a:r>
              <a:rPr lang="cs-CZ" sz="2000" dirty="0"/>
              <a:t> bez ohledu na výsledek </a:t>
            </a:r>
            <a:endParaRPr lang="en-US" sz="2000" dirty="0"/>
          </a:p>
          <a:p>
            <a:pPr marL="457200" lvl="1"/>
            <a:endParaRPr lang="en-US" sz="2000" dirty="0"/>
          </a:p>
          <a:p>
            <a:pPr marL="457200" lvl="1"/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81620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2C6C043-3DAC-9E1D-480B-4CC3A0395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Throw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4F4F825-22AB-DF4A-A8BC-DCCEB8BB6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782" y="3400861"/>
            <a:ext cx="4862447" cy="2206146"/>
          </a:xfrm>
        </p:spPr>
        <p:txBody>
          <a:bodyPr anchor="ctr">
            <a:normAutofit/>
          </a:bodyPr>
          <a:lstStyle/>
          <a:p>
            <a:r>
              <a:rPr lang="cs-CZ" sz="2000" dirty="0"/>
              <a:t>V tomto případě používáme typ výjimky </a:t>
            </a:r>
            <a:r>
              <a:rPr lang="cs-CZ" sz="2000" dirty="0" err="1"/>
              <a:t>ArithmeticException</a:t>
            </a:r>
            <a:r>
              <a:rPr lang="cs-CZ" sz="2000" dirty="0"/>
              <a:t>, kde pokud je věk člověka nižší než 18, proběhne výjimka kde vypíše “Access </a:t>
            </a:r>
            <a:r>
              <a:rPr lang="cs-CZ" sz="2000" dirty="0" err="1"/>
              <a:t>denied</a:t>
            </a:r>
            <a:r>
              <a:rPr lang="cs-CZ" sz="2000" dirty="0"/>
              <a:t>“ přes nově vytvořenou výjimku. Pokud je vyšší nebo roven 18, vypíše “Access </a:t>
            </a:r>
            <a:r>
              <a:rPr lang="cs-CZ" sz="2000" dirty="0" err="1"/>
              <a:t>granted</a:t>
            </a:r>
            <a:r>
              <a:rPr lang="cs-CZ" sz="2000" dirty="0"/>
              <a:t>“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53A01AE-C9E0-5C6E-655C-2DE40B187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8180" y="388197"/>
            <a:ext cx="5914387" cy="272115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checkAge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altLang="cs-CZ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ArithmeticException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"Access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denied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must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be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at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least 18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years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old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"Access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granted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are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old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enough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altLang="cs-CZ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checkAge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Set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to 15 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which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below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18...)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cs-CZ" altLang="cs-CZ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cs-CZ" altLang="cs-CZ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247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>
            <a:extLst>
              <a:ext uri="{FF2B5EF4-FFF2-40B4-BE49-F238E27FC236}">
                <a16:creationId xmlns:a16="http://schemas.microsoft.com/office/drawing/2014/main" id="{A257759F-8B15-D85F-A781-7763E8F4F1AE}"/>
              </a:ext>
            </a:extLst>
          </p:cNvPr>
          <p:cNvSpPr txBox="1"/>
          <p:nvPr/>
        </p:nvSpPr>
        <p:spPr>
          <a:xfrm>
            <a:off x="3048512" y="3107369"/>
            <a:ext cx="60970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/>
              <a:t>Hezké video pro pobavení:</a:t>
            </a:r>
          </a:p>
          <a:p>
            <a:r>
              <a:rPr lang="cs-CZ" b="0" i="0" u="none" strike="noStrike">
                <a:effectLst/>
                <a:latin typeface="Open Sans" panose="020F0502020204030204" pitchFamily="34" charset="0"/>
                <a:hlinkClick r:id="rId2"/>
              </a:rPr>
              <a:t>https://www.instagram.com/reel/DExCDtRqpX8/?igsh=MWJwazFwaXR5eW8zNA==</a:t>
            </a:r>
            <a:endParaRPr lang="cs-CZ" b="1" i="1" dirty="0"/>
          </a:p>
        </p:txBody>
      </p:sp>
    </p:spTree>
    <p:extLst>
      <p:ext uri="{BB962C8B-B14F-4D97-AF65-F5344CB8AC3E}">
        <p14:creationId xmlns:p14="http://schemas.microsoft.com/office/powerpoint/2010/main" val="124611980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066FEEE5F48AD4681024082CD4E6082" ma:contentTypeVersion="11" ma:contentTypeDescription="Vytvoří nový dokument" ma:contentTypeScope="" ma:versionID="6021c7b32f80356c74d63ee04b326413">
  <xsd:schema xmlns:xsd="http://www.w3.org/2001/XMLSchema" xmlns:xs="http://www.w3.org/2001/XMLSchema" xmlns:p="http://schemas.microsoft.com/office/2006/metadata/properties" xmlns:ns2="56f66b51-0c61-4da8-9d6e-b8db00b12de2" xmlns:ns3="084efd27-671c-4a3e-a1f9-193c3664239c" targetNamespace="http://schemas.microsoft.com/office/2006/metadata/properties" ma:root="true" ma:fieldsID="894ec311cd56890784da74c65925d942" ns2:_="" ns3:_="">
    <xsd:import namespace="56f66b51-0c61-4da8-9d6e-b8db00b12de2"/>
    <xsd:import namespace="084efd27-671c-4a3e-a1f9-193c366423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f66b51-0c61-4da8-9d6e-b8db00b12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4efd27-671c-4a3e-a1f9-193c3664239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9bef40-6bc0-44a3-b004-108519b05bb9}" ma:internalName="TaxCatchAll" ma:showField="CatchAllData" ma:web="084efd27-671c-4a3e-a1f9-193c366423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6f66b51-0c61-4da8-9d6e-b8db00b12de2">
      <Terms xmlns="http://schemas.microsoft.com/office/infopath/2007/PartnerControls"/>
    </lcf76f155ced4ddcb4097134ff3c332f>
    <TaxCatchAll xmlns="084efd27-671c-4a3e-a1f9-193c3664239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41D982-40EA-414C-B857-DCA3BDBDDDE5}"/>
</file>

<file path=customXml/itemProps2.xml><?xml version="1.0" encoding="utf-8"?>
<ds:datastoreItem xmlns:ds="http://schemas.openxmlformats.org/officeDocument/2006/customXml" ds:itemID="{22774D31-60F8-48C9-95CD-D3855ED57182}">
  <ds:schemaRefs>
    <ds:schemaRef ds:uri="http://schemas.microsoft.com/office/2006/metadata/properties"/>
    <ds:schemaRef ds:uri="http://schemas.microsoft.com/office/infopath/2007/PartnerControls"/>
    <ds:schemaRef ds:uri="56f66b51-0c61-4da8-9d6e-b8db00b12de2"/>
    <ds:schemaRef ds:uri="084efd27-671c-4a3e-a1f9-193c3664239c"/>
  </ds:schemaRefs>
</ds:datastoreItem>
</file>

<file path=customXml/itemProps3.xml><?xml version="1.0" encoding="utf-8"?>
<ds:datastoreItem xmlns:ds="http://schemas.openxmlformats.org/officeDocument/2006/customXml" ds:itemID="{205B9859-A68B-46BF-B2E0-9E82854BCB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859</Words>
  <Application>Microsoft Office PowerPoint</Application>
  <PresentationFormat>Širokoúhlá obrazovka</PresentationFormat>
  <Paragraphs>89</Paragraphs>
  <Slides>14</Slides>
  <Notes>0</Notes>
  <HiddenSlides>0</HiddenSlides>
  <MMClips>1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5" baseType="lpstr">
      <vt:lpstr>Motiv Office</vt:lpstr>
      <vt:lpstr>Chyby v programování a mechanismus výjimek</vt:lpstr>
      <vt:lpstr>Chyby v programování</vt:lpstr>
      <vt:lpstr>Syntaktická</vt:lpstr>
      <vt:lpstr>Příklad</vt:lpstr>
      <vt:lpstr>Sémentická</vt:lpstr>
      <vt:lpstr>Příklad</vt:lpstr>
      <vt:lpstr>Běhová</vt:lpstr>
      <vt:lpstr>Příklad</vt:lpstr>
      <vt:lpstr>Příklad</vt:lpstr>
      <vt:lpstr>Výjimky</vt:lpstr>
      <vt:lpstr>Třída Throwable</vt:lpstr>
      <vt:lpstr>Try-catch</vt:lpstr>
      <vt:lpstr>Throw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Pham Phúc Anh</dc:creator>
  <cp:lastModifiedBy>Pham Phúc Anh</cp:lastModifiedBy>
  <cp:revision>3</cp:revision>
  <dcterms:created xsi:type="dcterms:W3CDTF">2025-03-10T18:35:13Z</dcterms:created>
  <dcterms:modified xsi:type="dcterms:W3CDTF">2025-03-17T17:17:01Z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0x0101001066FEEE5F48AD4681024082CD4E6082</vt:lpwstr>
  </property>
  <property fmtid="{D5CDD505-2E9C-101B-9397-08002B2CF9AE}" pid="3" name="MediaServiceImageTags">
    <vt:lpwstr/>
  </property>
</Properties>
</file>