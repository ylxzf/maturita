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5" r:id="rId6"/>
    <p:sldId id="264" r:id="rId7"/>
    <p:sldId id="358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49" r:id="rId17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9"/>
      <p:bold r:id="rId20"/>
      <p:italic r:id="rId21"/>
      <p:boldItalic r:id="rId22"/>
    </p:embeddedFont>
    <p:embeddedFont>
      <p:font typeface="Didact Gothic" panose="00000500000000000000" pitchFamily="2" charset="0"/>
      <p:regular r:id="rId23"/>
    </p:embeddedFont>
    <p:embeddedFont>
      <p:font typeface="Julius Sans One" panose="020B0604020202020204" charset="0"/>
      <p:regular r:id="rId24"/>
    </p:embeddedFont>
    <p:embeddedFont>
      <p:font typeface="Montserrat" panose="00000500000000000000" pitchFamily="2" charset="-18"/>
      <p:regular r:id="rId25"/>
      <p:bold r:id="rId26"/>
      <p:italic r:id="rId27"/>
      <p:boldItalic r:id="rId28"/>
    </p:embeddedFont>
    <p:embeddedFont>
      <p:font typeface="Questrial" pitchFamily="2" charset="-18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464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C72DC-C271-452C-BF1A-FCFA6B957719}" v="95" dt="2025-01-05T12:47:41.690"/>
  </p1510:revLst>
</p1510:revInfo>
</file>

<file path=ppt/tableStyles.xml><?xml version="1.0" encoding="utf-8"?>
<a:tblStyleLst xmlns:a="http://schemas.openxmlformats.org/drawingml/2006/main" def="{CDD32A5C-3606-440D-A109-A9415A55099F}">
  <a:tblStyle styleId="{CDD32A5C-3606-440D-A109-A9415A5509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9" autoAdjust="0"/>
    <p:restoredTop sz="94660"/>
  </p:normalViewPr>
  <p:slideViewPr>
    <p:cSldViewPr snapToGrid="0">
      <p:cViewPr varScale="1">
        <p:scale>
          <a:sx n="93" d="100"/>
          <a:sy n="93" d="100"/>
        </p:scale>
        <p:origin x="188" y="56"/>
      </p:cViewPr>
      <p:guideLst>
        <p:guide pos="446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ovský David" userId="fdcea3c1-835f-46ff-a18e-ab683849858e" providerId="ADAL" clId="{B58C72DC-C271-452C-BF1A-FCFA6B957719}"/>
    <pc:docChg chg="undo custSel addSld modSld sldOrd">
      <pc:chgData name="Petrovský David" userId="fdcea3c1-835f-46ff-a18e-ab683849858e" providerId="ADAL" clId="{B58C72DC-C271-452C-BF1A-FCFA6B957719}" dt="2025-01-05T12:49:50.507" v="550" actId="403"/>
      <pc:docMkLst>
        <pc:docMk/>
      </pc:docMkLst>
      <pc:sldChg chg="delSp modSp mod">
        <pc:chgData name="Petrovský David" userId="fdcea3c1-835f-46ff-a18e-ab683849858e" providerId="ADAL" clId="{B58C72DC-C271-452C-BF1A-FCFA6B957719}" dt="2025-01-05T12:29:52.637" v="37" actId="1076"/>
        <pc:sldMkLst>
          <pc:docMk/>
          <pc:sldMk cId="0" sldId="256"/>
        </pc:sldMkLst>
        <pc:spChg chg="mod">
          <ac:chgData name="Petrovský David" userId="fdcea3c1-835f-46ff-a18e-ab683849858e" providerId="ADAL" clId="{B58C72DC-C271-452C-BF1A-FCFA6B957719}" dt="2025-01-05T12:29:52.637" v="37" actId="1076"/>
          <ac:spMkLst>
            <pc:docMk/>
            <pc:sldMk cId="0" sldId="256"/>
            <ac:spMk id="463" creationId="{00000000-0000-0000-0000-000000000000}"/>
          </ac:spMkLst>
        </pc:spChg>
        <pc:spChg chg="del mod">
          <ac:chgData name="Petrovský David" userId="fdcea3c1-835f-46ff-a18e-ab683849858e" providerId="ADAL" clId="{B58C72DC-C271-452C-BF1A-FCFA6B957719}" dt="2025-01-05T12:29:49.585" v="36" actId="478"/>
          <ac:spMkLst>
            <pc:docMk/>
            <pc:sldMk cId="0" sldId="256"/>
            <ac:spMk id="464" creationId="{00000000-0000-0000-0000-000000000000}"/>
          </ac:spMkLst>
        </pc:spChg>
      </pc:sldChg>
      <pc:sldChg chg="modSp mod">
        <pc:chgData name="Petrovský David" userId="fdcea3c1-835f-46ff-a18e-ab683849858e" providerId="ADAL" clId="{B58C72DC-C271-452C-BF1A-FCFA6B957719}" dt="2025-01-05T12:31:11.369" v="62" actId="20577"/>
        <pc:sldMkLst>
          <pc:docMk/>
          <pc:sldMk cId="0" sldId="257"/>
        </pc:sldMkLst>
        <pc:spChg chg="mod">
          <ac:chgData name="Petrovský David" userId="fdcea3c1-835f-46ff-a18e-ab683849858e" providerId="ADAL" clId="{B58C72DC-C271-452C-BF1A-FCFA6B957719}" dt="2025-01-05T12:30:39.779" v="57" actId="20577"/>
          <ac:spMkLst>
            <pc:docMk/>
            <pc:sldMk cId="0" sldId="257"/>
            <ac:spMk id="470" creationId="{00000000-0000-0000-0000-000000000000}"/>
          </ac:spMkLst>
        </pc:spChg>
        <pc:spChg chg="mod">
          <ac:chgData name="Petrovský David" userId="fdcea3c1-835f-46ff-a18e-ab683849858e" providerId="ADAL" clId="{B58C72DC-C271-452C-BF1A-FCFA6B957719}" dt="2025-01-05T12:31:11.369" v="62" actId="20577"/>
          <ac:spMkLst>
            <pc:docMk/>
            <pc:sldMk cId="0" sldId="257"/>
            <ac:spMk id="471" creationId="{00000000-0000-0000-0000-000000000000}"/>
          </ac:spMkLst>
        </pc:spChg>
      </pc:sldChg>
      <pc:sldChg chg="addSp delSp modSp mod ord modNotes">
        <pc:chgData name="Petrovský David" userId="fdcea3c1-835f-46ff-a18e-ab683849858e" providerId="ADAL" clId="{B58C72DC-C271-452C-BF1A-FCFA6B957719}" dt="2025-01-05T12:33:14.080" v="159" actId="1076"/>
        <pc:sldMkLst>
          <pc:docMk/>
          <pc:sldMk cId="0" sldId="259"/>
        </pc:sldMkLst>
        <pc:spChg chg="add del mod">
          <ac:chgData name="Petrovský David" userId="fdcea3c1-835f-46ff-a18e-ab683849858e" providerId="ADAL" clId="{B58C72DC-C271-452C-BF1A-FCFA6B957719}" dt="2025-01-05T12:32:07.101" v="88" actId="478"/>
          <ac:spMkLst>
            <pc:docMk/>
            <pc:sldMk cId="0" sldId="259"/>
            <ac:spMk id="3" creationId="{D290D0A3-6CD8-04D9-B412-03FBE5032C06}"/>
          </ac:spMkLst>
        </pc:spChg>
        <pc:spChg chg="add mod">
          <ac:chgData name="Petrovský David" userId="fdcea3c1-835f-46ff-a18e-ab683849858e" providerId="ADAL" clId="{B58C72DC-C271-452C-BF1A-FCFA6B957719}" dt="2025-01-05T12:33:14.080" v="159" actId="1076"/>
          <ac:spMkLst>
            <pc:docMk/>
            <pc:sldMk cId="0" sldId="259"/>
            <ac:spMk id="5" creationId="{A78CF780-B035-7EA7-7C27-F530E4EAEABF}"/>
          </ac:spMkLst>
        </pc:spChg>
        <pc:spChg chg="add del mod">
          <ac:chgData name="Petrovský David" userId="fdcea3c1-835f-46ff-a18e-ab683849858e" providerId="ADAL" clId="{B58C72DC-C271-452C-BF1A-FCFA6B957719}" dt="2025-01-05T12:32:11.097" v="90" actId="478"/>
          <ac:spMkLst>
            <pc:docMk/>
            <pc:sldMk cId="0" sldId="259"/>
            <ac:spMk id="7" creationId="{059CAF48-7776-9A6E-70AA-E81D43F2DE00}"/>
          </ac:spMkLst>
        </pc:spChg>
        <pc:spChg chg="add del mod">
          <ac:chgData name="Petrovský David" userId="fdcea3c1-835f-46ff-a18e-ab683849858e" providerId="ADAL" clId="{B58C72DC-C271-452C-BF1A-FCFA6B957719}" dt="2025-01-05T12:32:14.441" v="93" actId="478"/>
          <ac:spMkLst>
            <pc:docMk/>
            <pc:sldMk cId="0" sldId="259"/>
            <ac:spMk id="9" creationId="{E90FD8B6-2065-0AA6-71E6-C53BC0E8A62F}"/>
          </ac:spMkLst>
        </pc:spChg>
        <pc:spChg chg="add del mod">
          <ac:chgData name="Petrovský David" userId="fdcea3c1-835f-46ff-a18e-ab683849858e" providerId="ADAL" clId="{B58C72DC-C271-452C-BF1A-FCFA6B957719}" dt="2025-01-05T12:32:19.532" v="96" actId="478"/>
          <ac:spMkLst>
            <pc:docMk/>
            <pc:sldMk cId="0" sldId="259"/>
            <ac:spMk id="11" creationId="{DFA2E697-6794-6809-3CE1-C701C52D9E45}"/>
          </ac:spMkLst>
        </pc:spChg>
        <pc:spChg chg="add del mod">
          <ac:chgData name="Petrovský David" userId="fdcea3c1-835f-46ff-a18e-ab683849858e" providerId="ADAL" clId="{B58C72DC-C271-452C-BF1A-FCFA6B957719}" dt="2025-01-05T12:32:24.192" v="98" actId="478"/>
          <ac:spMkLst>
            <pc:docMk/>
            <pc:sldMk cId="0" sldId="259"/>
            <ac:spMk id="13" creationId="{5B1F943D-FAB9-2470-F94D-7FB6A188A6E4}"/>
          </ac:spMkLst>
        </pc:spChg>
        <pc:spChg chg="add del mod">
          <ac:chgData name="Petrovský David" userId="fdcea3c1-835f-46ff-a18e-ab683849858e" providerId="ADAL" clId="{B58C72DC-C271-452C-BF1A-FCFA6B957719}" dt="2025-01-05T12:32:26.114" v="100" actId="478"/>
          <ac:spMkLst>
            <pc:docMk/>
            <pc:sldMk cId="0" sldId="259"/>
            <ac:spMk id="15" creationId="{50D97DA8-C906-434D-6931-BD63EFE06E9A}"/>
          </ac:spMkLst>
        </pc:spChg>
        <pc:spChg chg="mod">
          <ac:chgData name="Petrovský David" userId="fdcea3c1-835f-46ff-a18e-ab683849858e" providerId="ADAL" clId="{B58C72DC-C271-452C-BF1A-FCFA6B957719}" dt="2025-01-05T12:31:49.588" v="85" actId="20577"/>
          <ac:spMkLst>
            <pc:docMk/>
            <pc:sldMk cId="0" sldId="259"/>
            <ac:spMk id="484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2:02.766" v="86" actId="478"/>
          <ac:spMkLst>
            <pc:docMk/>
            <pc:sldMk cId="0" sldId="259"/>
            <ac:spMk id="485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2:05.146" v="87" actId="478"/>
          <ac:spMkLst>
            <pc:docMk/>
            <pc:sldMk cId="0" sldId="259"/>
            <ac:spMk id="486" creationId="{00000000-0000-0000-0000-000000000000}"/>
          </ac:spMkLst>
        </pc:spChg>
        <pc:spChg chg="mod">
          <ac:chgData name="Petrovský David" userId="fdcea3c1-835f-46ff-a18e-ab683849858e" providerId="ADAL" clId="{B58C72DC-C271-452C-BF1A-FCFA6B957719}" dt="2025-01-05T12:33:11.734" v="158" actId="1076"/>
          <ac:spMkLst>
            <pc:docMk/>
            <pc:sldMk cId="0" sldId="259"/>
            <ac:spMk id="487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2:09.196" v="89" actId="478"/>
          <ac:spMkLst>
            <pc:docMk/>
            <pc:sldMk cId="0" sldId="259"/>
            <ac:spMk id="488" creationId="{00000000-0000-0000-0000-000000000000}"/>
          </ac:spMkLst>
        </pc:spChg>
        <pc:spChg chg="mod">
          <ac:chgData name="Petrovský David" userId="fdcea3c1-835f-46ff-a18e-ab683849858e" providerId="ADAL" clId="{B58C72DC-C271-452C-BF1A-FCFA6B957719}" dt="2025-01-05T12:33:09.427" v="157" actId="1076"/>
          <ac:spMkLst>
            <pc:docMk/>
            <pc:sldMk cId="0" sldId="259"/>
            <ac:spMk id="491" creationId="{00000000-0000-0000-0000-000000000000}"/>
          </ac:spMkLst>
        </pc:spChg>
        <pc:spChg chg="del mod">
          <ac:chgData name="Petrovský David" userId="fdcea3c1-835f-46ff-a18e-ab683849858e" providerId="ADAL" clId="{B58C72DC-C271-452C-BF1A-FCFA6B957719}" dt="2025-01-05T12:32:13.141" v="92" actId="478"/>
          <ac:spMkLst>
            <pc:docMk/>
            <pc:sldMk cId="0" sldId="259"/>
            <ac:spMk id="492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2:20.987" v="97" actId="478"/>
          <ac:spMkLst>
            <pc:docMk/>
            <pc:sldMk cId="0" sldId="259"/>
            <ac:spMk id="493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2:25.446" v="99" actId="478"/>
          <ac:spMkLst>
            <pc:docMk/>
            <pc:sldMk cId="0" sldId="259"/>
            <ac:spMk id="494" creationId="{00000000-0000-0000-0000-000000000000}"/>
          </ac:spMkLst>
        </pc:spChg>
        <pc:spChg chg="del mod">
          <ac:chgData name="Petrovský David" userId="fdcea3c1-835f-46ff-a18e-ab683849858e" providerId="ADAL" clId="{B58C72DC-C271-452C-BF1A-FCFA6B957719}" dt="2025-01-05T12:32:18.175" v="95" actId="478"/>
          <ac:spMkLst>
            <pc:docMk/>
            <pc:sldMk cId="0" sldId="259"/>
            <ac:spMk id="496" creationId="{00000000-0000-0000-0000-000000000000}"/>
          </ac:spMkLst>
        </pc:spChg>
      </pc:sldChg>
      <pc:sldChg chg="addSp delSp modSp mod ord modNotes">
        <pc:chgData name="Petrovský David" userId="fdcea3c1-835f-46ff-a18e-ab683849858e" providerId="ADAL" clId="{B58C72DC-C271-452C-BF1A-FCFA6B957719}" dt="2025-01-05T12:35:14.030" v="202" actId="20577"/>
        <pc:sldMkLst>
          <pc:docMk/>
          <pc:sldMk cId="0" sldId="260"/>
        </pc:sldMkLst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3" creationId="{BC15C61B-73EE-71DB-9EAA-AE516FA93B40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5" creationId="{383E11D2-F6C7-6978-79F8-859917101007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7" creationId="{86F24A34-43C6-5C70-5210-0B086ABBCC83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9" creationId="{31EBD489-AE55-E96B-344D-A76DF915046B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11" creationId="{C64E0712-EF55-057F-7069-47AE0BD3951F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13" creationId="{E32879AB-125F-23D5-F4C8-34241766AEE2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15" creationId="{5A83F8F7-095B-5C42-1A62-0907AFE9D0FC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17" creationId="{F88BC424-4CD5-D9EC-7E0A-0B4BA14FF4D6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19" creationId="{B3ACF220-20DC-C742-A69E-48ED8F96E528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21" creationId="{EE8A21BA-B74C-B69D-5620-98F48A784EE4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23" creationId="{62568F06-4E8E-2867-9D70-5723036EB978}"/>
          </ac:spMkLst>
        </pc:spChg>
        <pc:spChg chg="add del mod">
          <ac:chgData name="Petrovský David" userId="fdcea3c1-835f-46ff-a18e-ab683849858e" providerId="ADAL" clId="{B58C72DC-C271-452C-BF1A-FCFA6B957719}" dt="2025-01-05T12:33:59.968" v="182" actId="478"/>
          <ac:spMkLst>
            <pc:docMk/>
            <pc:sldMk cId="0" sldId="260"/>
            <ac:spMk id="25" creationId="{CE8B16A3-9D4C-2BE6-7681-AD30F6BB81C2}"/>
          </ac:spMkLst>
        </pc:spChg>
        <pc:spChg chg="add mod">
          <ac:chgData name="Petrovský David" userId="fdcea3c1-835f-46ff-a18e-ab683849858e" providerId="ADAL" clId="{B58C72DC-C271-452C-BF1A-FCFA6B957719}" dt="2025-01-05T12:35:14.030" v="202" actId="20577"/>
          <ac:spMkLst>
            <pc:docMk/>
            <pc:sldMk cId="0" sldId="260"/>
            <ac:spMk id="26" creationId="{8F650D3B-DA1B-E1B3-C654-7EAD77EB7C22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2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3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4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5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6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7" creationId="{00000000-0000-0000-0000-000000000000}"/>
          </ac:spMkLst>
        </pc:spChg>
        <pc:spChg chg="mod">
          <ac:chgData name="Petrovský David" userId="fdcea3c1-835f-46ff-a18e-ab683849858e" providerId="ADAL" clId="{B58C72DC-C271-452C-BF1A-FCFA6B957719}" dt="2025-01-05T12:34:25.061" v="189" actId="403"/>
          <ac:spMkLst>
            <pc:docMk/>
            <pc:sldMk cId="0" sldId="260"/>
            <ac:spMk id="508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09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10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11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12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13" creationId="{00000000-0000-0000-0000-000000000000}"/>
          </ac:spMkLst>
        </pc:spChg>
        <pc:spChg chg="del">
          <ac:chgData name="Petrovský David" userId="fdcea3c1-835f-46ff-a18e-ab683849858e" providerId="ADAL" clId="{B58C72DC-C271-452C-BF1A-FCFA6B957719}" dt="2025-01-05T12:33:57.800" v="181" actId="478"/>
          <ac:spMkLst>
            <pc:docMk/>
            <pc:sldMk cId="0" sldId="260"/>
            <ac:spMk id="514" creationId="{00000000-0000-0000-0000-000000000000}"/>
          </ac:spMkLst>
        </pc:spChg>
      </pc:sldChg>
      <pc:sldChg chg="modSp mod ord modNotes">
        <pc:chgData name="Petrovský David" userId="fdcea3c1-835f-46ff-a18e-ab683849858e" providerId="ADAL" clId="{B58C72DC-C271-452C-BF1A-FCFA6B957719}" dt="2025-01-05T12:42:34.881" v="378" actId="20577"/>
        <pc:sldMkLst>
          <pc:docMk/>
          <pc:sldMk cId="0" sldId="264"/>
        </pc:sldMkLst>
        <pc:spChg chg="mod">
          <ac:chgData name="Petrovský David" userId="fdcea3c1-835f-46ff-a18e-ab683849858e" providerId="ADAL" clId="{B58C72DC-C271-452C-BF1A-FCFA6B957719}" dt="2025-01-05T12:40:14.001" v="309" actId="1076"/>
          <ac:spMkLst>
            <pc:docMk/>
            <pc:sldMk cId="0" sldId="264"/>
            <ac:spMk id="550" creationId="{00000000-0000-0000-0000-000000000000}"/>
          </ac:spMkLst>
        </pc:spChg>
        <pc:spChg chg="mod">
          <ac:chgData name="Petrovský David" userId="fdcea3c1-835f-46ff-a18e-ab683849858e" providerId="ADAL" clId="{B58C72DC-C271-452C-BF1A-FCFA6B957719}" dt="2025-01-05T12:42:34.881" v="378" actId="20577"/>
          <ac:spMkLst>
            <pc:docMk/>
            <pc:sldMk cId="0" sldId="264"/>
            <ac:spMk id="551" creationId="{00000000-0000-0000-0000-000000000000}"/>
          </ac:spMkLst>
        </pc:spChg>
      </pc:sldChg>
      <pc:sldChg chg="addSp delSp modSp mod ord modAnim modNotes">
        <pc:chgData name="Petrovský David" userId="fdcea3c1-835f-46ff-a18e-ab683849858e" providerId="ADAL" clId="{B58C72DC-C271-452C-BF1A-FCFA6B957719}" dt="2025-01-05T12:38:40.682" v="290" actId="20577"/>
        <pc:sldMkLst>
          <pc:docMk/>
          <pc:sldMk cId="0" sldId="265"/>
        </pc:sldMkLst>
        <pc:spChg chg="add">
          <ac:chgData name="Petrovský David" userId="fdcea3c1-835f-46ff-a18e-ab683849858e" providerId="ADAL" clId="{B58C72DC-C271-452C-BF1A-FCFA6B957719}" dt="2025-01-05T12:36:54.478" v="251"/>
          <ac:spMkLst>
            <pc:docMk/>
            <pc:sldMk cId="0" sldId="265"/>
            <ac:spMk id="2" creationId="{6ABAFDE7-06DD-B3B6-CDFA-DBB0690A0BF6}"/>
          </ac:spMkLst>
        </pc:spChg>
        <pc:spChg chg="add">
          <ac:chgData name="Petrovský David" userId="fdcea3c1-835f-46ff-a18e-ab683849858e" providerId="ADAL" clId="{B58C72DC-C271-452C-BF1A-FCFA6B957719}" dt="2025-01-05T12:36:58.101" v="252"/>
          <ac:spMkLst>
            <pc:docMk/>
            <pc:sldMk cId="0" sldId="265"/>
            <ac:spMk id="3" creationId="{5A22A029-1BB1-2644-9308-BDF6F1423116}"/>
          </ac:spMkLst>
        </pc:spChg>
        <pc:spChg chg="add mod">
          <ac:chgData name="Petrovský David" userId="fdcea3c1-835f-46ff-a18e-ab683849858e" providerId="ADAL" clId="{B58C72DC-C271-452C-BF1A-FCFA6B957719}" dt="2025-01-05T12:38:40.682" v="290" actId="20577"/>
          <ac:spMkLst>
            <pc:docMk/>
            <pc:sldMk cId="0" sldId="265"/>
            <ac:spMk id="4" creationId="{00D92C7D-68E0-8202-4A4A-9A6482F33171}"/>
          </ac:spMkLst>
        </pc:spChg>
        <pc:spChg chg="del mod">
          <ac:chgData name="Petrovský David" userId="fdcea3c1-835f-46ff-a18e-ab683849858e" providerId="ADAL" clId="{B58C72DC-C271-452C-BF1A-FCFA6B957719}" dt="2025-01-05T12:37:02.321" v="254"/>
          <ac:spMkLst>
            <pc:docMk/>
            <pc:sldMk cId="0" sldId="265"/>
            <ac:spMk id="557" creationId="{00000000-0000-0000-0000-000000000000}"/>
          </ac:spMkLst>
        </pc:spChg>
        <pc:spChg chg="mod">
          <ac:chgData name="Petrovský David" userId="fdcea3c1-835f-46ff-a18e-ab683849858e" providerId="ADAL" clId="{B58C72DC-C271-452C-BF1A-FCFA6B957719}" dt="2025-01-05T12:36:42.839" v="248" actId="1076"/>
          <ac:spMkLst>
            <pc:docMk/>
            <pc:sldMk cId="0" sldId="265"/>
            <ac:spMk id="558" creationId="{00000000-0000-0000-0000-000000000000}"/>
          </ac:spMkLst>
        </pc:spChg>
      </pc:sldChg>
      <pc:sldChg chg="add ord">
        <pc:chgData name="Petrovský David" userId="fdcea3c1-835f-46ff-a18e-ab683849858e" providerId="ADAL" clId="{B58C72DC-C271-452C-BF1A-FCFA6B957719}" dt="2025-01-05T12:31:39.968" v="67"/>
        <pc:sldMkLst>
          <pc:docMk/>
          <pc:sldMk cId="2519171389" sldId="347"/>
        </pc:sldMkLst>
      </pc:sldChg>
      <pc:sldChg chg="add">
        <pc:chgData name="Petrovský David" userId="fdcea3c1-835f-46ff-a18e-ab683849858e" providerId="ADAL" clId="{B58C72DC-C271-452C-BF1A-FCFA6B957719}" dt="2025-01-05T12:31:32.671" v="63" actId="2890"/>
        <pc:sldMkLst>
          <pc:docMk/>
          <pc:sldMk cId="1752029766" sldId="348"/>
        </pc:sldMkLst>
      </pc:sldChg>
      <pc:sldChg chg="add">
        <pc:chgData name="Petrovský David" userId="fdcea3c1-835f-46ff-a18e-ab683849858e" providerId="ADAL" clId="{B58C72DC-C271-452C-BF1A-FCFA6B957719}" dt="2025-01-05T12:33:32.436" v="162" actId="2890"/>
        <pc:sldMkLst>
          <pc:docMk/>
          <pc:sldMk cId="963866875" sldId="349"/>
        </pc:sldMkLst>
      </pc:sldChg>
      <pc:sldChg chg="modSp add mod ord">
        <pc:chgData name="Petrovský David" userId="fdcea3c1-835f-46ff-a18e-ab683849858e" providerId="ADAL" clId="{B58C72DC-C271-452C-BF1A-FCFA6B957719}" dt="2025-01-05T12:42:45.070" v="392" actId="20577"/>
        <pc:sldMkLst>
          <pc:docMk/>
          <pc:sldMk cId="3515606662" sldId="350"/>
        </pc:sldMkLst>
        <pc:spChg chg="mod">
          <ac:chgData name="Petrovský David" userId="fdcea3c1-835f-46ff-a18e-ab683849858e" providerId="ADAL" clId="{B58C72DC-C271-452C-BF1A-FCFA6B957719}" dt="2025-01-05T12:41:30.033" v="322" actId="20577"/>
          <ac:spMkLst>
            <pc:docMk/>
            <pc:sldMk cId="3515606662" sldId="350"/>
            <ac:spMk id="26" creationId="{15376C97-689B-866F-F4EE-BE5E5B52CA2E}"/>
          </ac:spMkLst>
        </pc:spChg>
        <pc:spChg chg="mod">
          <ac:chgData name="Petrovský David" userId="fdcea3c1-835f-46ff-a18e-ab683849858e" providerId="ADAL" clId="{B58C72DC-C271-452C-BF1A-FCFA6B957719}" dt="2025-01-05T12:42:45.070" v="392" actId="20577"/>
          <ac:spMkLst>
            <pc:docMk/>
            <pc:sldMk cId="3515606662" sldId="350"/>
            <ac:spMk id="508" creationId="{968E06F4-4406-6CE3-0664-591EF6BDD710}"/>
          </ac:spMkLst>
        </pc:spChg>
      </pc:sldChg>
      <pc:sldChg chg="modSp add mod ord">
        <pc:chgData name="Petrovský David" userId="fdcea3c1-835f-46ff-a18e-ab683849858e" providerId="ADAL" clId="{B58C72DC-C271-452C-BF1A-FCFA6B957719}" dt="2025-01-05T12:43:29.267" v="396" actId="14100"/>
        <pc:sldMkLst>
          <pc:docMk/>
          <pc:sldMk cId="1666495259" sldId="351"/>
        </pc:sldMkLst>
        <pc:spChg chg="mod">
          <ac:chgData name="Petrovský David" userId="fdcea3c1-835f-46ff-a18e-ab683849858e" providerId="ADAL" clId="{B58C72DC-C271-452C-BF1A-FCFA6B957719}" dt="2025-01-05T12:43:29.267" v="396" actId="14100"/>
          <ac:spMkLst>
            <pc:docMk/>
            <pc:sldMk cId="1666495259" sldId="351"/>
            <ac:spMk id="4" creationId="{CCC7B36D-8AA0-BB96-6DED-3F918C3C8285}"/>
          </ac:spMkLst>
        </pc:spChg>
        <pc:spChg chg="mod">
          <ac:chgData name="Petrovský David" userId="fdcea3c1-835f-46ff-a18e-ab683849858e" providerId="ADAL" clId="{B58C72DC-C271-452C-BF1A-FCFA6B957719}" dt="2025-01-05T12:42:21.654" v="350" actId="20577"/>
          <ac:spMkLst>
            <pc:docMk/>
            <pc:sldMk cId="1666495259" sldId="351"/>
            <ac:spMk id="558" creationId="{CC03C098-A8CF-B78E-28DD-691D160FBB08}"/>
          </ac:spMkLst>
        </pc:spChg>
      </pc:sldChg>
      <pc:sldChg chg="modSp add mod ord">
        <pc:chgData name="Petrovský David" userId="fdcea3c1-835f-46ff-a18e-ab683849858e" providerId="ADAL" clId="{B58C72DC-C271-452C-BF1A-FCFA6B957719}" dt="2025-01-05T12:45:05.983" v="448" actId="20577"/>
        <pc:sldMkLst>
          <pc:docMk/>
          <pc:sldMk cId="3959205734" sldId="352"/>
        </pc:sldMkLst>
        <pc:spChg chg="mod">
          <ac:chgData name="Petrovský David" userId="fdcea3c1-835f-46ff-a18e-ab683849858e" providerId="ADAL" clId="{B58C72DC-C271-452C-BF1A-FCFA6B957719}" dt="2025-01-05T12:45:05.983" v="448" actId="20577"/>
          <ac:spMkLst>
            <pc:docMk/>
            <pc:sldMk cId="3959205734" sldId="352"/>
            <ac:spMk id="550" creationId="{4651C119-EB6E-044B-37FA-435496071B7E}"/>
          </ac:spMkLst>
        </pc:spChg>
        <pc:spChg chg="mod">
          <ac:chgData name="Petrovský David" userId="fdcea3c1-835f-46ff-a18e-ab683849858e" providerId="ADAL" clId="{B58C72DC-C271-452C-BF1A-FCFA6B957719}" dt="2025-01-05T12:44:17.023" v="436" actId="20577"/>
          <ac:spMkLst>
            <pc:docMk/>
            <pc:sldMk cId="3959205734" sldId="352"/>
            <ac:spMk id="551" creationId="{1D5AF3BF-B837-7DC5-96B3-567E16FAC1E4}"/>
          </ac:spMkLst>
        </pc:spChg>
      </pc:sldChg>
      <pc:sldChg chg="modSp add mod ord">
        <pc:chgData name="Petrovský David" userId="fdcea3c1-835f-46ff-a18e-ab683849858e" providerId="ADAL" clId="{B58C72DC-C271-452C-BF1A-FCFA6B957719}" dt="2025-01-05T12:46:34.068" v="477" actId="14100"/>
        <pc:sldMkLst>
          <pc:docMk/>
          <pc:sldMk cId="3581020974" sldId="353"/>
        </pc:sldMkLst>
        <pc:spChg chg="mod">
          <ac:chgData name="Petrovský David" userId="fdcea3c1-835f-46ff-a18e-ab683849858e" providerId="ADAL" clId="{B58C72DC-C271-452C-BF1A-FCFA6B957719}" dt="2025-01-05T12:45:38.822" v="463" actId="20577"/>
          <ac:spMkLst>
            <pc:docMk/>
            <pc:sldMk cId="3581020974" sldId="353"/>
            <ac:spMk id="612" creationId="{9654F18D-2F6A-5D40-F07A-9A19887B381C}"/>
          </ac:spMkLst>
        </pc:spChg>
        <pc:spChg chg="mod">
          <ac:chgData name="Petrovský David" userId="fdcea3c1-835f-46ff-a18e-ab683849858e" providerId="ADAL" clId="{B58C72DC-C271-452C-BF1A-FCFA6B957719}" dt="2025-01-05T12:46:34.068" v="477" actId="14100"/>
          <ac:spMkLst>
            <pc:docMk/>
            <pc:sldMk cId="3581020974" sldId="353"/>
            <ac:spMk id="613" creationId="{8E0B2DC7-8CBB-F21F-D406-0DDDCE8B2C13}"/>
          </ac:spMkLst>
        </pc:spChg>
      </pc:sldChg>
      <pc:sldChg chg="modSp add mod ord">
        <pc:chgData name="Petrovský David" userId="fdcea3c1-835f-46ff-a18e-ab683849858e" providerId="ADAL" clId="{B58C72DC-C271-452C-BF1A-FCFA6B957719}" dt="2025-01-05T12:47:41.690" v="500" actId="20577"/>
        <pc:sldMkLst>
          <pc:docMk/>
          <pc:sldMk cId="2861306595" sldId="354"/>
        </pc:sldMkLst>
        <pc:spChg chg="mod">
          <ac:chgData name="Petrovský David" userId="fdcea3c1-835f-46ff-a18e-ab683849858e" providerId="ADAL" clId="{B58C72DC-C271-452C-BF1A-FCFA6B957719}" dt="2025-01-05T12:47:18.448" v="496" actId="20577"/>
          <ac:spMkLst>
            <pc:docMk/>
            <pc:sldMk cId="2861306595" sldId="354"/>
            <ac:spMk id="639" creationId="{5F1E38EF-ADDB-526A-7695-38C5D9E4D241}"/>
          </ac:spMkLst>
        </pc:spChg>
        <pc:spChg chg="mod">
          <ac:chgData name="Petrovský David" userId="fdcea3c1-835f-46ff-a18e-ab683849858e" providerId="ADAL" clId="{B58C72DC-C271-452C-BF1A-FCFA6B957719}" dt="2025-01-05T12:47:41.690" v="500" actId="20577"/>
          <ac:spMkLst>
            <pc:docMk/>
            <pc:sldMk cId="2861306595" sldId="354"/>
            <ac:spMk id="640" creationId="{F899C8FF-12D4-745F-8A52-8C6B333722BE}"/>
          </ac:spMkLst>
        </pc:spChg>
      </pc:sldChg>
      <pc:sldChg chg="modSp add mod ord">
        <pc:chgData name="Petrovský David" userId="fdcea3c1-835f-46ff-a18e-ab683849858e" providerId="ADAL" clId="{B58C72DC-C271-452C-BF1A-FCFA6B957719}" dt="2025-01-05T12:48:55.707" v="533" actId="404"/>
        <pc:sldMkLst>
          <pc:docMk/>
          <pc:sldMk cId="348488811" sldId="355"/>
        </pc:sldMkLst>
        <pc:spChg chg="mod">
          <ac:chgData name="Petrovský David" userId="fdcea3c1-835f-46ff-a18e-ab683849858e" providerId="ADAL" clId="{B58C72DC-C271-452C-BF1A-FCFA6B957719}" dt="2025-01-05T12:48:27.601" v="528" actId="20577"/>
          <ac:spMkLst>
            <pc:docMk/>
            <pc:sldMk cId="348488811" sldId="355"/>
            <ac:spMk id="646" creationId="{B571E63F-3E48-887E-81F0-0C20700A7B07}"/>
          </ac:spMkLst>
        </pc:spChg>
        <pc:spChg chg="mod">
          <ac:chgData name="Petrovský David" userId="fdcea3c1-835f-46ff-a18e-ab683849858e" providerId="ADAL" clId="{B58C72DC-C271-452C-BF1A-FCFA6B957719}" dt="2025-01-05T12:48:55.707" v="533" actId="404"/>
          <ac:spMkLst>
            <pc:docMk/>
            <pc:sldMk cId="348488811" sldId="355"/>
            <ac:spMk id="647" creationId="{966785B8-4115-1CF0-AFDD-80A7DE1BFF15}"/>
          </ac:spMkLst>
        </pc:spChg>
      </pc:sldChg>
      <pc:sldChg chg="modSp add mod ord">
        <pc:chgData name="Petrovský David" userId="fdcea3c1-835f-46ff-a18e-ab683849858e" providerId="ADAL" clId="{B58C72DC-C271-452C-BF1A-FCFA6B957719}" dt="2025-01-05T12:49:50.507" v="550" actId="403"/>
        <pc:sldMkLst>
          <pc:docMk/>
          <pc:sldMk cId="2232177854" sldId="356"/>
        </pc:sldMkLst>
        <pc:spChg chg="mod">
          <ac:chgData name="Petrovský David" userId="fdcea3c1-835f-46ff-a18e-ab683849858e" providerId="ADAL" clId="{B58C72DC-C271-452C-BF1A-FCFA6B957719}" dt="2025-01-05T12:49:50.507" v="550" actId="403"/>
          <ac:spMkLst>
            <pc:docMk/>
            <pc:sldMk cId="2232177854" sldId="356"/>
            <ac:spMk id="550" creationId="{7907AE87-63FB-8859-54D3-D6D5692A5A78}"/>
          </ac:spMkLst>
        </pc:spChg>
        <pc:spChg chg="mod">
          <ac:chgData name="Petrovský David" userId="fdcea3c1-835f-46ff-a18e-ab683849858e" providerId="ADAL" clId="{B58C72DC-C271-452C-BF1A-FCFA6B957719}" dt="2025-01-05T12:49:29.589" v="547" actId="20577"/>
          <ac:spMkLst>
            <pc:docMk/>
            <pc:sldMk cId="2232177854" sldId="356"/>
            <ac:spMk id="551" creationId="{4298F1E2-F290-9607-8903-2D79AB9C2F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f4bd2034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f4bd2034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f6f6f201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f6f6f201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8f6f6f201e_0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8f6f6f201e_0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b02797fa4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b02797fa4_2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7b02797fa4_2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7b02797fa4_2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a1249ffcf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a1249ffcf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>
          <a:extLst>
            <a:ext uri="{FF2B5EF4-FFF2-40B4-BE49-F238E27FC236}">
              <a16:creationId xmlns:a16="http://schemas.microsoft.com/office/drawing/2014/main" id="{B3A4A638-B0B5-EA19-2C69-D74FC232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a1249ffcf0_0_18:notes">
            <a:extLst>
              <a:ext uri="{FF2B5EF4-FFF2-40B4-BE49-F238E27FC236}">
                <a16:creationId xmlns:a16="http://schemas.microsoft.com/office/drawing/2014/main" id="{0FFDB3C5-4B59-B605-6A9B-58F5FF868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a1249ffcf0_0_18:notes">
            <a:extLst>
              <a:ext uri="{FF2B5EF4-FFF2-40B4-BE49-F238E27FC236}">
                <a16:creationId xmlns:a16="http://schemas.microsoft.com/office/drawing/2014/main" id="{CFD31053-654B-F557-18B8-597E56278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168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>
          <a:extLst>
            <a:ext uri="{FF2B5EF4-FFF2-40B4-BE49-F238E27FC236}">
              <a16:creationId xmlns:a16="http://schemas.microsoft.com/office/drawing/2014/main" id="{9972A963-BF28-93AC-CBE7-FE9AA455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b02797fa4_2_153:notes">
            <a:extLst>
              <a:ext uri="{FF2B5EF4-FFF2-40B4-BE49-F238E27FC236}">
                <a16:creationId xmlns:a16="http://schemas.microsoft.com/office/drawing/2014/main" id="{8F660C55-A1BD-95EE-88D3-97208CEDB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b02797fa4_2_153:notes">
            <a:extLst>
              <a:ext uri="{FF2B5EF4-FFF2-40B4-BE49-F238E27FC236}">
                <a16:creationId xmlns:a16="http://schemas.microsoft.com/office/drawing/2014/main" id="{8DFC0443-1C69-6D30-F59E-69E32BD49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423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>
          <a:extLst>
            <a:ext uri="{FF2B5EF4-FFF2-40B4-BE49-F238E27FC236}">
              <a16:creationId xmlns:a16="http://schemas.microsoft.com/office/drawing/2014/main" id="{838C5421-3FF0-F40C-E152-3F28D107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7b02797fa4_2_226:notes">
            <a:extLst>
              <a:ext uri="{FF2B5EF4-FFF2-40B4-BE49-F238E27FC236}">
                <a16:creationId xmlns:a16="http://schemas.microsoft.com/office/drawing/2014/main" id="{EDA5ECDF-2508-24C3-D058-DDF14FED5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7b02797fa4_2_226:notes">
            <a:extLst>
              <a:ext uri="{FF2B5EF4-FFF2-40B4-BE49-F238E27FC236}">
                <a16:creationId xmlns:a16="http://schemas.microsoft.com/office/drawing/2014/main" id="{52E46830-FDE0-ABD6-E8FE-2BF2D10CE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966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>
          <a:extLst>
            <a:ext uri="{FF2B5EF4-FFF2-40B4-BE49-F238E27FC236}">
              <a16:creationId xmlns:a16="http://schemas.microsoft.com/office/drawing/2014/main" id="{79B1477C-CCDD-696B-1559-6FEA963C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a1249ffcf0_0_18:notes">
            <a:extLst>
              <a:ext uri="{FF2B5EF4-FFF2-40B4-BE49-F238E27FC236}">
                <a16:creationId xmlns:a16="http://schemas.microsoft.com/office/drawing/2014/main" id="{E9F23F04-1A3A-4DE6-61DE-45409AE3E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a1249ffcf0_0_18:notes">
            <a:extLst>
              <a:ext uri="{FF2B5EF4-FFF2-40B4-BE49-F238E27FC236}">
                <a16:creationId xmlns:a16="http://schemas.microsoft.com/office/drawing/2014/main" id="{6D1B4516-DE23-CF12-20C2-04251C264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925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>
          <a:extLst>
            <a:ext uri="{FF2B5EF4-FFF2-40B4-BE49-F238E27FC236}">
              <a16:creationId xmlns:a16="http://schemas.microsoft.com/office/drawing/2014/main" id="{65F0A187-33DA-D3A7-C94E-CF8F8659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9f2cce1ec4_0_7:notes">
            <a:extLst>
              <a:ext uri="{FF2B5EF4-FFF2-40B4-BE49-F238E27FC236}">
                <a16:creationId xmlns:a16="http://schemas.microsoft.com/office/drawing/2014/main" id="{D27F7C01-EACF-39EA-DCD8-ABD473A7A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9f2cce1ec4_0_7:notes">
            <a:extLst>
              <a:ext uri="{FF2B5EF4-FFF2-40B4-BE49-F238E27FC236}">
                <a16:creationId xmlns:a16="http://schemas.microsoft.com/office/drawing/2014/main" id="{BE2A53C2-1AF6-EE09-3AC1-44F0F54E16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617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>
          <a:extLst>
            <a:ext uri="{FF2B5EF4-FFF2-40B4-BE49-F238E27FC236}">
              <a16:creationId xmlns:a16="http://schemas.microsoft.com/office/drawing/2014/main" id="{A2DAC847-5B80-A455-1965-EE4EAA59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7b02797fa4_0_98:notes">
            <a:extLst>
              <a:ext uri="{FF2B5EF4-FFF2-40B4-BE49-F238E27FC236}">
                <a16:creationId xmlns:a16="http://schemas.microsoft.com/office/drawing/2014/main" id="{683B337F-D823-2043-DFD8-3A09A5C3DD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7b02797fa4_0_98:notes">
            <a:extLst>
              <a:ext uri="{FF2B5EF4-FFF2-40B4-BE49-F238E27FC236}">
                <a16:creationId xmlns:a16="http://schemas.microsoft.com/office/drawing/2014/main" id="{8AF2936C-A39A-D290-D152-7829F8D80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6153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D0BBA27D-16A7-6B61-B596-A12E0A5E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a1249ffcf0_0_9:notes">
            <a:extLst>
              <a:ext uri="{FF2B5EF4-FFF2-40B4-BE49-F238E27FC236}">
                <a16:creationId xmlns:a16="http://schemas.microsoft.com/office/drawing/2014/main" id="{B50624A8-43E6-A95B-C0D0-F5A9657DD8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a1249ffcf0_0_9:notes">
            <a:extLst>
              <a:ext uri="{FF2B5EF4-FFF2-40B4-BE49-F238E27FC236}">
                <a16:creationId xmlns:a16="http://schemas.microsoft.com/office/drawing/2014/main" id="{57695137-D2E9-F391-05BA-AE62AB5B0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370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>
          <a:extLst>
            <a:ext uri="{FF2B5EF4-FFF2-40B4-BE49-F238E27FC236}">
              <a16:creationId xmlns:a16="http://schemas.microsoft.com/office/drawing/2014/main" id="{323EA1CF-0304-378B-9C38-269B3088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a1249ffcf0_0_18:notes">
            <a:extLst>
              <a:ext uri="{FF2B5EF4-FFF2-40B4-BE49-F238E27FC236}">
                <a16:creationId xmlns:a16="http://schemas.microsoft.com/office/drawing/2014/main" id="{A116738A-67BD-FDA6-E1FE-81F0D69B98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a1249ffcf0_0_18:notes">
            <a:extLst>
              <a:ext uri="{FF2B5EF4-FFF2-40B4-BE49-F238E27FC236}">
                <a16:creationId xmlns:a16="http://schemas.microsoft.com/office/drawing/2014/main" id="{8DAB3556-1BC5-FC45-9B2B-37CF02108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506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>
          <a:extLst>
            <a:ext uri="{FF2B5EF4-FFF2-40B4-BE49-F238E27FC236}">
              <a16:creationId xmlns:a16="http://schemas.microsoft.com/office/drawing/2014/main" id="{93C9F2C9-DB9F-0D6E-5ECB-B48704F8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b02797fa4_2_153:notes">
            <a:extLst>
              <a:ext uri="{FF2B5EF4-FFF2-40B4-BE49-F238E27FC236}">
                <a16:creationId xmlns:a16="http://schemas.microsoft.com/office/drawing/2014/main" id="{3D6211E7-65EA-951A-1526-019F3FD1C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b02797fa4_2_153:notes">
            <a:extLst>
              <a:ext uri="{FF2B5EF4-FFF2-40B4-BE49-F238E27FC236}">
                <a16:creationId xmlns:a16="http://schemas.microsoft.com/office/drawing/2014/main" id="{3E8C8FEA-7019-5C39-9310-961C29AAE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10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537625" y="711975"/>
            <a:ext cx="7035600" cy="3277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1255025"/>
            <a:ext cx="4322700" cy="3891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1034200" y="0"/>
            <a:ext cx="10867800" cy="51435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05750" y="2198675"/>
            <a:ext cx="4322700" cy="15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4000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299250" y="4154375"/>
            <a:ext cx="3829200" cy="2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5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13225" y="1424150"/>
            <a:ext cx="6075000" cy="3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3225" y="530584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5808550" y="1533900"/>
            <a:ext cx="4800600" cy="4800600"/>
          </a:xfrm>
          <a:prstGeom prst="rtTriangl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5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457200"/>
            <a:ext cx="9144000" cy="46863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9"/>
          <p:cNvSpPr/>
          <p:nvPr/>
        </p:nvSpPr>
        <p:spPr>
          <a:xfrm rot="5400000">
            <a:off x="-64425" y="64350"/>
            <a:ext cx="4243200" cy="4114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/>
          <p:nvPr/>
        </p:nvSpPr>
        <p:spPr>
          <a:xfrm rot="-5400000" flipH="1">
            <a:off x="4941700" y="26525"/>
            <a:ext cx="4364700" cy="42276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ctrTitle"/>
          </p:nvPr>
        </p:nvSpPr>
        <p:spPr>
          <a:xfrm>
            <a:off x="1690800" y="2470300"/>
            <a:ext cx="57624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218725" y="3334300"/>
            <a:ext cx="4706400" cy="7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-169300" y="-64500"/>
            <a:ext cx="4451100" cy="527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60;p13"/>
          <p:cNvCxnSpPr/>
          <p:nvPr/>
        </p:nvCxnSpPr>
        <p:spPr>
          <a:xfrm rot="10800000">
            <a:off x="-1604675" y="1624350"/>
            <a:ext cx="4819800" cy="4419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5690650" y="1883225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4810771" y="1164068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0771" y="2031990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/>
          </p:nvPr>
        </p:nvSpPr>
        <p:spPr>
          <a:xfrm>
            <a:off x="5690650" y="3628275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/>
          </p:nvPr>
        </p:nvSpPr>
        <p:spPr>
          <a:xfrm>
            <a:off x="5690650" y="1044000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/>
          </p:nvPr>
        </p:nvSpPr>
        <p:spPr>
          <a:xfrm>
            <a:off x="5690650" y="2760350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4810771" y="2880418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8" hasCustomPrompt="1"/>
          </p:nvPr>
        </p:nvSpPr>
        <p:spPr>
          <a:xfrm>
            <a:off x="4810771" y="3748340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5690650" y="1319545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5690650" y="3045420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5690650" y="2162698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5690650" y="3907748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713225" y="2198800"/>
            <a:ext cx="3416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_2">
    <p:bg>
      <p:bgPr>
        <a:solidFill>
          <a:schemeClr val="accent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 hasCustomPrompt="1"/>
          </p:nvPr>
        </p:nvSpPr>
        <p:spPr>
          <a:xfrm>
            <a:off x="815488" y="2995725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2"/>
          </p:nvPr>
        </p:nvSpPr>
        <p:spPr>
          <a:xfrm>
            <a:off x="1633438" y="2931800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1633438" y="3207354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/>
          <p:nvPr/>
        </p:nvSpPr>
        <p:spPr>
          <a:xfrm rot="10800000">
            <a:off x="-19875" y="-13336"/>
            <a:ext cx="9203100" cy="2690100"/>
          </a:xfrm>
          <a:prstGeom prst="triangle">
            <a:avLst>
              <a:gd name="adj" fmla="val 4989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3" hasCustomPrompt="1"/>
          </p:nvPr>
        </p:nvSpPr>
        <p:spPr>
          <a:xfrm>
            <a:off x="815488" y="3888750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 idx="4"/>
          </p:nvPr>
        </p:nvSpPr>
        <p:spPr>
          <a:xfrm>
            <a:off x="1633438" y="3824821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5"/>
          </p:nvPr>
        </p:nvSpPr>
        <p:spPr>
          <a:xfrm>
            <a:off x="1633438" y="4100375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6" hasCustomPrompt="1"/>
          </p:nvPr>
        </p:nvSpPr>
        <p:spPr>
          <a:xfrm>
            <a:off x="4543875" y="2995725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7"/>
          </p:nvPr>
        </p:nvSpPr>
        <p:spPr>
          <a:xfrm>
            <a:off x="5395160" y="2931800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8"/>
          </p:nvPr>
        </p:nvSpPr>
        <p:spPr>
          <a:xfrm>
            <a:off x="5395160" y="3207354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9" hasCustomPrompt="1"/>
          </p:nvPr>
        </p:nvSpPr>
        <p:spPr>
          <a:xfrm>
            <a:off x="4543875" y="3888750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13"/>
          </p:nvPr>
        </p:nvSpPr>
        <p:spPr>
          <a:xfrm>
            <a:off x="5395160" y="3824822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4"/>
          </p:nvPr>
        </p:nvSpPr>
        <p:spPr>
          <a:xfrm>
            <a:off x="5395160" y="4100376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cxnSp>
        <p:nvCxnSpPr>
          <p:cNvPr id="88" name="Google Shape;88;p14"/>
          <p:cNvCxnSpPr/>
          <p:nvPr/>
        </p:nvCxnSpPr>
        <p:spPr>
          <a:xfrm rot="10800000">
            <a:off x="-2241975" y="1909725"/>
            <a:ext cx="4819800" cy="441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rot="10800000" flipH="1">
            <a:off x="6566175" y="1880250"/>
            <a:ext cx="4819800" cy="441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4"/>
          <p:cNvSpPr txBox="1">
            <a:spLocks noGrp="1"/>
          </p:cNvSpPr>
          <p:nvPr>
            <p:ph type="title" idx="15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1">
    <p:bg>
      <p:bgPr>
        <a:solidFill>
          <a:schemeClr val="accent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1348225" y="695250"/>
            <a:ext cx="6572100" cy="375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3133650" y="-22775"/>
            <a:ext cx="2876700" cy="1295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2517475" y="2351960"/>
            <a:ext cx="4109100" cy="14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2984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298450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298450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298450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298450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298450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298450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298450" algn="just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87950" y="1521325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0">
    <p:bg>
      <p:bgPr>
        <a:solidFill>
          <a:schemeClr val="accent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-5400000">
            <a:off x="5236050" y="1293550"/>
            <a:ext cx="3924900" cy="3891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1"/>
          <p:cNvSpPr/>
          <p:nvPr/>
        </p:nvSpPr>
        <p:spPr>
          <a:xfrm rot="10800000" flipH="1">
            <a:off x="37875" y="150"/>
            <a:ext cx="9106200" cy="44697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/>
          <p:nvPr/>
        </p:nvSpPr>
        <p:spPr>
          <a:xfrm flipH="1">
            <a:off x="3580800" y="1387275"/>
            <a:ext cx="9554400" cy="4859700"/>
          </a:xfrm>
          <a:prstGeom prst="triangle">
            <a:avLst>
              <a:gd name="adj" fmla="val 4942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ctrTitle"/>
          </p:nvPr>
        </p:nvSpPr>
        <p:spPr>
          <a:xfrm>
            <a:off x="1690800" y="1232050"/>
            <a:ext cx="5762400" cy="5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3058800" y="1873367"/>
            <a:ext cx="3026400" cy="9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_1">
    <p:bg>
      <p:bgPr>
        <a:solidFill>
          <a:schemeClr val="accent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 rot="5400000">
            <a:off x="-3440300" y="-797850"/>
            <a:ext cx="13257600" cy="6739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/>
          <p:nvPr/>
        </p:nvSpPr>
        <p:spPr>
          <a:xfrm rot="-5400000">
            <a:off x="4398975" y="-370300"/>
            <a:ext cx="5766000" cy="55911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ctrTitle"/>
          </p:nvPr>
        </p:nvSpPr>
        <p:spPr>
          <a:xfrm>
            <a:off x="713225" y="1672475"/>
            <a:ext cx="3026400" cy="5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713225" y="2472004"/>
            <a:ext cx="3026400" cy="9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/>
          <p:nvPr/>
        </p:nvSpPr>
        <p:spPr>
          <a:xfrm rot="-2700000">
            <a:off x="4008372" y="-4515765"/>
            <a:ext cx="5766173" cy="5590952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47;p22"/>
          <p:cNvCxnSpPr/>
          <p:nvPr/>
        </p:nvCxnSpPr>
        <p:spPr>
          <a:xfrm rot="10800000" flipH="1">
            <a:off x="4562550" y="-204075"/>
            <a:ext cx="6010200" cy="618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21_1"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713225" y="2347842"/>
            <a:ext cx="4109100" cy="14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713225" y="1521325"/>
            <a:ext cx="4109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5"/>
          <p:cNvSpPr/>
          <p:nvPr/>
        </p:nvSpPr>
        <p:spPr>
          <a:xfrm rot="5400000">
            <a:off x="-761012" y="-790512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 rot="5400000">
            <a:off x="-856262" y="-1009587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25"/>
          <p:cNvSpPr/>
          <p:nvPr/>
        </p:nvSpPr>
        <p:spPr>
          <a:xfrm rot="-5400000">
            <a:off x="2896850" y="288000"/>
            <a:ext cx="10141200" cy="45675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29_1"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1043779" y="3204651"/>
            <a:ext cx="1897500" cy="4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1"/>
          </p:nvPr>
        </p:nvSpPr>
        <p:spPr>
          <a:xfrm>
            <a:off x="1059229" y="3538242"/>
            <a:ext cx="18666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 idx="2"/>
          </p:nvPr>
        </p:nvSpPr>
        <p:spPr>
          <a:xfrm>
            <a:off x="2342317" y="1754375"/>
            <a:ext cx="1881900" cy="4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3"/>
          </p:nvPr>
        </p:nvSpPr>
        <p:spPr>
          <a:xfrm>
            <a:off x="2349967" y="2064076"/>
            <a:ext cx="18666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title" idx="4"/>
          </p:nvPr>
        </p:nvSpPr>
        <p:spPr>
          <a:xfrm>
            <a:off x="3631360" y="3204651"/>
            <a:ext cx="1881900" cy="4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subTitle" idx="5"/>
          </p:nvPr>
        </p:nvSpPr>
        <p:spPr>
          <a:xfrm>
            <a:off x="3639010" y="3538242"/>
            <a:ext cx="18666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title" idx="6"/>
          </p:nvPr>
        </p:nvSpPr>
        <p:spPr>
          <a:xfrm>
            <a:off x="4926083" y="1754375"/>
            <a:ext cx="1875600" cy="4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39"/>
          <p:cNvSpPr txBox="1">
            <a:spLocks noGrp="1"/>
          </p:cNvSpPr>
          <p:nvPr>
            <p:ph type="subTitle" idx="7"/>
          </p:nvPr>
        </p:nvSpPr>
        <p:spPr>
          <a:xfrm>
            <a:off x="4930583" y="2064076"/>
            <a:ext cx="18666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01" name="Google Shape;301;p39"/>
          <p:cNvSpPr txBox="1">
            <a:spLocks noGrp="1"/>
          </p:cNvSpPr>
          <p:nvPr>
            <p:ph type="title" idx="8"/>
          </p:nvPr>
        </p:nvSpPr>
        <p:spPr>
          <a:xfrm>
            <a:off x="6215127" y="3204651"/>
            <a:ext cx="1875600" cy="40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subTitle" idx="9"/>
          </p:nvPr>
        </p:nvSpPr>
        <p:spPr>
          <a:xfrm>
            <a:off x="6219627" y="3538242"/>
            <a:ext cx="18666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03" name="Google Shape;303;p39"/>
          <p:cNvSpPr txBox="1">
            <a:spLocks noGrp="1"/>
          </p:cNvSpPr>
          <p:nvPr>
            <p:ph type="title" idx="13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1_1"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892050" y="530725"/>
            <a:ext cx="7359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229775" y="-360250"/>
            <a:ext cx="2292600" cy="2084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44"/>
          <p:cNvSpPr/>
          <p:nvPr/>
        </p:nvSpPr>
        <p:spPr>
          <a:xfrm>
            <a:off x="6989900" y="3447800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_AND_BODY_1">
    <p:bg>
      <p:bgPr>
        <a:solidFill>
          <a:schemeClr val="accent5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>
            <a:spLocks noGrp="1"/>
          </p:cNvSpPr>
          <p:nvPr>
            <p:ph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49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61" name="Google Shape;361;p49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49"/>
          <p:cNvSpPr/>
          <p:nvPr/>
        </p:nvSpPr>
        <p:spPr>
          <a:xfrm rot="10800000">
            <a:off x="5515225" y="-1807100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9"/>
          <p:cNvSpPr txBox="1">
            <a:spLocks noGrp="1"/>
          </p:cNvSpPr>
          <p:nvPr>
            <p:ph type="body" idx="1"/>
          </p:nvPr>
        </p:nvSpPr>
        <p:spPr>
          <a:xfrm>
            <a:off x="713225" y="1424150"/>
            <a:ext cx="7710900" cy="3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35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/>
          <p:nvPr/>
        </p:nvSpPr>
        <p:spPr>
          <a:xfrm flipH="1">
            <a:off x="7024500" y="2600625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32" name="Google Shape;432;p57"/>
          <p:cNvSpPr/>
          <p:nvPr/>
        </p:nvSpPr>
        <p:spPr>
          <a:xfrm flipH="1">
            <a:off x="7128800" y="2600625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33" name="Google Shape;433;p57"/>
          <p:cNvSpPr/>
          <p:nvPr/>
        </p:nvSpPr>
        <p:spPr>
          <a:xfrm rot="10800000" flipH="1">
            <a:off x="-762425" y="-9155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34" name="Google Shape;434;p57"/>
          <p:cNvSpPr/>
          <p:nvPr/>
        </p:nvSpPr>
        <p:spPr>
          <a:xfrm rot="10800000" flipH="1">
            <a:off x="-1681400" y="-15226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35_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"/>
          <p:cNvSpPr/>
          <p:nvPr/>
        </p:nvSpPr>
        <p:spPr>
          <a:xfrm rot="10800000" flipH="1">
            <a:off x="0" y="-36200"/>
            <a:ext cx="2292600" cy="2084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58"/>
          <p:cNvSpPr/>
          <p:nvPr/>
        </p:nvSpPr>
        <p:spPr>
          <a:xfrm>
            <a:off x="6053100" y="30648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CUSTOM_35_1_1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59"/>
          <p:cNvCxnSpPr/>
          <p:nvPr/>
        </p:nvCxnSpPr>
        <p:spPr>
          <a:xfrm>
            <a:off x="6350113" y="-1501125"/>
            <a:ext cx="3757500" cy="418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59"/>
          <p:cNvSpPr/>
          <p:nvPr/>
        </p:nvSpPr>
        <p:spPr>
          <a:xfrm>
            <a:off x="-64200" y="3825775"/>
            <a:ext cx="1296000" cy="138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59"/>
          <p:cNvSpPr/>
          <p:nvPr/>
        </p:nvSpPr>
        <p:spPr>
          <a:xfrm>
            <a:off x="5258900" y="-237925"/>
            <a:ext cx="11403900" cy="58443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59"/>
          <p:cNvSpPr/>
          <p:nvPr/>
        </p:nvSpPr>
        <p:spPr>
          <a:xfrm rot="10800000">
            <a:off x="-5389050" y="-2161975"/>
            <a:ext cx="11403900" cy="58443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59"/>
          <p:cNvSpPr/>
          <p:nvPr/>
        </p:nvSpPr>
        <p:spPr>
          <a:xfrm>
            <a:off x="5211275" y="3863525"/>
            <a:ext cx="2907300" cy="14901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59"/>
          <p:cNvSpPr/>
          <p:nvPr/>
        </p:nvSpPr>
        <p:spPr>
          <a:xfrm rot="10800000">
            <a:off x="1107975" y="-556075"/>
            <a:ext cx="2907300" cy="14901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5" r:id="rId7"/>
    <p:sldLayoutId id="2147483667" r:id="rId8"/>
    <p:sldLayoutId id="2147483668" r:id="rId9"/>
    <p:sldLayoutId id="2147483671" r:id="rId10"/>
    <p:sldLayoutId id="2147483685" r:id="rId11"/>
    <p:sldLayoutId id="2147483690" r:id="rId12"/>
    <p:sldLayoutId id="2147483695" r:id="rId13"/>
    <p:sldLayoutId id="2147483703" r:id="rId14"/>
    <p:sldLayoutId id="2147483704" r:id="rId15"/>
    <p:sldLayoutId id="214748370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>
            <a:spLocks noGrp="1"/>
          </p:cNvSpPr>
          <p:nvPr>
            <p:ph type="ctrTitle"/>
          </p:nvPr>
        </p:nvSpPr>
        <p:spPr>
          <a:xfrm>
            <a:off x="3726550" y="2508155"/>
            <a:ext cx="4322700" cy="15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Tabulkový kalkulátor 1</a:t>
            </a:r>
            <a:endParaRPr dirty="0"/>
          </a:p>
        </p:txBody>
      </p:sp>
      <p:cxnSp>
        <p:nvCxnSpPr>
          <p:cNvPr id="465" name="Google Shape;465;p67"/>
          <p:cNvCxnSpPr/>
          <p:nvPr/>
        </p:nvCxnSpPr>
        <p:spPr>
          <a:xfrm>
            <a:off x="7402150" y="401655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>
            <a:spLocks noGrp="1"/>
          </p:cNvSpPr>
          <p:nvPr>
            <p:ph type="title"/>
          </p:nvPr>
        </p:nvSpPr>
        <p:spPr>
          <a:xfrm>
            <a:off x="713225" y="530584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>
                <a:solidFill>
                  <a:schemeClr val="dk1"/>
                </a:solidFill>
              </a:rPr>
              <a:t>Tabulkový kalkulátor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71" name="Google Shape;471;p68"/>
          <p:cNvSpPr txBox="1">
            <a:spLocks noGrp="1"/>
          </p:cNvSpPr>
          <p:nvPr>
            <p:ph type="body" idx="1"/>
          </p:nvPr>
        </p:nvSpPr>
        <p:spPr>
          <a:xfrm>
            <a:off x="713225" y="1424150"/>
            <a:ext cx="7093042" cy="3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000" dirty="0"/>
              <a:t>V současnosti je tabulkový kalkulátor jedním z nejpoužívanějších nástrojů pro práci s daty v mnoha oblastech, ať už v podnikání, financích, vědeckém výzkumu nebo školství. Tento nástroj nám umožňuje efektivně organizovat, analyzovat a vizualizovat data. </a:t>
            </a:r>
            <a:endParaRPr sz="2000" u="none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472" name="Google Shape;472;p68"/>
          <p:cNvCxnSpPr/>
          <p:nvPr/>
        </p:nvCxnSpPr>
        <p:spPr>
          <a:xfrm>
            <a:off x="819525" y="1268827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0"/>
          <p:cNvSpPr txBox="1">
            <a:spLocks noGrp="1"/>
          </p:cNvSpPr>
          <p:nvPr>
            <p:ph type="title" idx="15"/>
          </p:nvPr>
        </p:nvSpPr>
        <p:spPr>
          <a:xfrm>
            <a:off x="713225" y="2198800"/>
            <a:ext cx="34164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>
                <a:solidFill>
                  <a:schemeClr val="lt1"/>
                </a:solidFill>
              </a:rPr>
              <a:t>Používaný software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487" name="Google Shape;487;p70"/>
          <p:cNvSpPr txBox="1">
            <a:spLocks noGrp="1"/>
          </p:cNvSpPr>
          <p:nvPr>
            <p:ph type="title"/>
          </p:nvPr>
        </p:nvSpPr>
        <p:spPr>
          <a:xfrm>
            <a:off x="5690650" y="1997190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Google </a:t>
            </a:r>
            <a:r>
              <a:rPr lang="cs-CZ" dirty="0" err="1"/>
              <a:t>sheets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89" name="Google Shape;489;p70"/>
          <p:cNvSpPr txBox="1">
            <a:spLocks noGrp="1"/>
          </p:cNvSpPr>
          <p:nvPr>
            <p:ph type="title" idx="2"/>
          </p:nvPr>
        </p:nvSpPr>
        <p:spPr>
          <a:xfrm>
            <a:off x="4810771" y="1164068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90" name="Google Shape;490;p70"/>
          <p:cNvSpPr txBox="1">
            <a:spLocks noGrp="1"/>
          </p:cNvSpPr>
          <p:nvPr>
            <p:ph type="title" idx="3"/>
          </p:nvPr>
        </p:nvSpPr>
        <p:spPr>
          <a:xfrm>
            <a:off x="4810771" y="2031990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1" name="Google Shape;491;p70"/>
          <p:cNvSpPr txBox="1">
            <a:spLocks noGrp="1"/>
          </p:cNvSpPr>
          <p:nvPr>
            <p:ph type="title" idx="6"/>
          </p:nvPr>
        </p:nvSpPr>
        <p:spPr>
          <a:xfrm>
            <a:off x="5645717" y="2885068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 err="1"/>
              <a:t>Libreoffice</a:t>
            </a:r>
            <a:r>
              <a:rPr lang="cs-CZ" dirty="0"/>
              <a:t> </a:t>
            </a:r>
            <a:r>
              <a:rPr lang="cs-CZ" dirty="0" err="1"/>
              <a:t>calc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95" name="Google Shape;495;p70"/>
          <p:cNvSpPr txBox="1">
            <a:spLocks noGrp="1"/>
          </p:cNvSpPr>
          <p:nvPr>
            <p:ph type="title" idx="7"/>
          </p:nvPr>
        </p:nvSpPr>
        <p:spPr>
          <a:xfrm>
            <a:off x="4810771" y="2880418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97" name="Google Shape;497;p70"/>
          <p:cNvCxnSpPr/>
          <p:nvPr/>
        </p:nvCxnSpPr>
        <p:spPr>
          <a:xfrm>
            <a:off x="819525" y="310220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Nadpis 4">
            <a:extLst>
              <a:ext uri="{FF2B5EF4-FFF2-40B4-BE49-F238E27FC236}">
                <a16:creationId xmlns:a16="http://schemas.microsoft.com/office/drawing/2014/main" id="{A78CF780-B035-7EA7-7C27-F530E4EAEABF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5690650" y="1164068"/>
            <a:ext cx="3193800" cy="325200"/>
          </a:xfrm>
        </p:spPr>
        <p:txBody>
          <a:bodyPr/>
          <a:lstStyle/>
          <a:p>
            <a:r>
              <a:rPr lang="cs-CZ" dirty="0"/>
              <a:t>Microsoft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1"/>
          <p:cNvSpPr txBox="1">
            <a:spLocks noGrp="1"/>
          </p:cNvSpPr>
          <p:nvPr>
            <p:ph type="title" idx="15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000" dirty="0"/>
              <a:t>Sešit a list</a:t>
            </a:r>
            <a:endParaRPr sz="4000" dirty="0"/>
          </a:p>
        </p:txBody>
      </p:sp>
      <p:cxnSp>
        <p:nvCxnSpPr>
          <p:cNvPr id="515" name="Google Shape;515;p71"/>
          <p:cNvCxnSpPr/>
          <p:nvPr/>
        </p:nvCxnSpPr>
        <p:spPr>
          <a:xfrm>
            <a:off x="4248450" y="127290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8F650D3B-DA1B-E1B3-C654-7EAD77EB7C22}"/>
              </a:ext>
            </a:extLst>
          </p:cNvPr>
          <p:cNvSpPr txBox="1"/>
          <p:nvPr/>
        </p:nvSpPr>
        <p:spPr>
          <a:xfrm>
            <a:off x="789321" y="2708022"/>
            <a:ext cx="75587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Každý tabulkový kalkulátor pracuje s dokumenty nazývanými </a:t>
            </a:r>
            <a:r>
              <a:rPr lang="cs-CZ" sz="2000" i="1" dirty="0"/>
              <a:t>sešity</a:t>
            </a:r>
            <a:endParaRPr lang="cs-CZ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Sešit může obsahovat několik </a:t>
            </a:r>
            <a:r>
              <a:rPr lang="cs-CZ" sz="2000" i="1" dirty="0"/>
              <a:t>listů</a:t>
            </a:r>
            <a:r>
              <a:rPr lang="cs-CZ" sz="2000" dirty="0"/>
              <a:t>, které slouží k organizaci dat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Každý list se skládá z buněk uspořádaných do řádků a sloupců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6"/>
          <p:cNvSpPr txBox="1">
            <a:spLocks noGrp="1"/>
          </p:cNvSpPr>
          <p:nvPr>
            <p:ph type="title"/>
          </p:nvPr>
        </p:nvSpPr>
        <p:spPr>
          <a:xfrm>
            <a:off x="851125" y="1511438"/>
            <a:ext cx="4109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latin typeface="Arial Narrow" panose="020B0606020202030204" pitchFamily="34" charset="0"/>
              </a:rPr>
              <a:t>VÝBĚR BUNĚK</a:t>
            </a:r>
            <a:endParaRPr dirty="0">
              <a:latin typeface="Arial Narrow" panose="020B0606020202030204" pitchFamily="34" charset="0"/>
            </a:endParaRPr>
          </a:p>
        </p:txBody>
      </p:sp>
      <p:cxnSp>
        <p:nvCxnSpPr>
          <p:cNvPr id="559" name="Google Shape;559;p76"/>
          <p:cNvCxnSpPr/>
          <p:nvPr/>
        </p:nvCxnSpPr>
        <p:spPr>
          <a:xfrm>
            <a:off x="851125" y="2260832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0D92C7D-68E0-8202-4A4A-9A6482F33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209531"/>
            <a:ext cx="602826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</a:t>
            </a:r>
            <a:r>
              <a:rPr lang="cs-CZ" altLang="cs-CZ" sz="2000" dirty="0">
                <a:solidFill>
                  <a:schemeClr val="bg1"/>
                </a:solidFill>
                <a:latin typeface="Arial" panose="020B0604020202020204" pitchFamily="34" charset="0"/>
              </a:rPr>
              <a:t>ň</a:t>
            </a: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ky jsou základními jednotkami tabulky, kde můžeme zadávat data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cs-CZ" altLang="cs-CZ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cs-CZ" altLang="cs-CZ" sz="2000" dirty="0">
                <a:solidFill>
                  <a:schemeClr val="bg1"/>
                </a:solidFill>
                <a:latin typeface="Arial" panose="020B0604020202020204" pitchFamily="34" charset="0"/>
              </a:rPr>
              <a:t>Každá buňka má korespondující řádek a sloupec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Výběr buněk umožňuje uživateli snadno upravit, </a:t>
            </a:r>
            <a:br>
              <a:rPr lang="cs-CZ" altLang="cs-CZ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kumimoji="0" lang="cs-CZ" altLang="cs-CZ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formátovat nebo analyzovat hodnoty.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5"/>
          <p:cNvSpPr txBox="1">
            <a:spLocks noGrp="1"/>
          </p:cNvSpPr>
          <p:nvPr>
            <p:ph type="body" idx="1"/>
          </p:nvPr>
        </p:nvSpPr>
        <p:spPr>
          <a:xfrm>
            <a:off x="1569943" y="2351526"/>
            <a:ext cx="6354855" cy="14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Sloupce jsou vertikální uspořádání buněk a jsou označeny písmeny (A, B, C...)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Řádky jsou horizontální a označeny čísly (1, 2, 3...)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Spolu tvoří mřížku buněk, které uživatel používá pro práci s daty</a:t>
            </a:r>
            <a:endParaRPr dirty="0"/>
          </a:p>
        </p:txBody>
      </p:sp>
      <p:sp>
        <p:nvSpPr>
          <p:cNvPr id="551" name="Google Shape;551;p75"/>
          <p:cNvSpPr txBox="1">
            <a:spLocks noGrp="1"/>
          </p:cNvSpPr>
          <p:nvPr>
            <p:ph type="title"/>
          </p:nvPr>
        </p:nvSpPr>
        <p:spPr>
          <a:xfrm>
            <a:off x="1687950" y="1510374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dirty="0">
                <a:latin typeface="Arial Narrow" panose="020B0606020202030204" pitchFamily="34" charset="0"/>
              </a:rPr>
              <a:t>SLOUPEC A ŘÁDEK</a:t>
            </a:r>
            <a:endParaRPr sz="3600" b="1" dirty="0">
              <a:latin typeface="Arial Narrow" panose="020B0606020202030204" pitchFamily="34" charset="0"/>
            </a:endParaRPr>
          </a:p>
        </p:txBody>
      </p:sp>
      <p:cxnSp>
        <p:nvCxnSpPr>
          <p:cNvPr id="552" name="Google Shape;552;p75"/>
          <p:cNvCxnSpPr/>
          <p:nvPr/>
        </p:nvCxnSpPr>
        <p:spPr>
          <a:xfrm>
            <a:off x="4248450" y="2255020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49">
          <a:extLst>
            <a:ext uri="{FF2B5EF4-FFF2-40B4-BE49-F238E27FC236}">
              <a16:creationId xmlns:a16="http://schemas.microsoft.com/office/drawing/2014/main" id="{927667D4-9468-C4BE-0599-8097877E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2" name="Google Shape;552;p75">
            <a:extLst>
              <a:ext uri="{FF2B5EF4-FFF2-40B4-BE49-F238E27FC236}">
                <a16:creationId xmlns:a16="http://schemas.microsoft.com/office/drawing/2014/main" id="{A033E4B3-D267-6FCB-4938-40020C80C726}"/>
              </a:ext>
            </a:extLst>
          </p:cNvPr>
          <p:cNvCxnSpPr/>
          <p:nvPr/>
        </p:nvCxnSpPr>
        <p:spPr>
          <a:xfrm>
            <a:off x="4248450" y="2255020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6B22DC69-25D4-32CD-4247-723EDB002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093" y="1316424"/>
            <a:ext cx="4485814" cy="279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2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>
          <a:extLst>
            <a:ext uri="{FF2B5EF4-FFF2-40B4-BE49-F238E27FC236}">
              <a16:creationId xmlns:a16="http://schemas.microsoft.com/office/drawing/2014/main" id="{415E4F8F-FA86-C9F6-5581-798AFC9D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1">
            <a:extLst>
              <a:ext uri="{FF2B5EF4-FFF2-40B4-BE49-F238E27FC236}">
                <a16:creationId xmlns:a16="http://schemas.microsoft.com/office/drawing/2014/main" id="{968E06F4-4406-6CE3-0664-591EF6BDD710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000" dirty="0">
                <a:latin typeface="Arial Narrow" panose="020B0606020202030204" pitchFamily="34" charset="0"/>
              </a:rPr>
              <a:t>FORMÁT BUŇKY</a:t>
            </a:r>
            <a:endParaRPr sz="6000" dirty="0">
              <a:latin typeface="Arial Narrow" panose="020B0606020202030204" pitchFamily="34" charset="0"/>
            </a:endParaRPr>
          </a:p>
        </p:txBody>
      </p:sp>
      <p:cxnSp>
        <p:nvCxnSpPr>
          <p:cNvPr id="515" name="Google Shape;515;p71">
            <a:extLst>
              <a:ext uri="{FF2B5EF4-FFF2-40B4-BE49-F238E27FC236}">
                <a16:creationId xmlns:a16="http://schemas.microsoft.com/office/drawing/2014/main" id="{EF3854F8-E941-40D4-67C1-E68E3789608D}"/>
              </a:ext>
            </a:extLst>
          </p:cNvPr>
          <p:cNvCxnSpPr/>
          <p:nvPr/>
        </p:nvCxnSpPr>
        <p:spPr>
          <a:xfrm>
            <a:off x="4248450" y="127290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15376C97-689B-866F-F4EE-BE5E5B52CA2E}"/>
              </a:ext>
            </a:extLst>
          </p:cNvPr>
          <p:cNvSpPr txBox="1"/>
          <p:nvPr/>
        </p:nvSpPr>
        <p:spPr>
          <a:xfrm>
            <a:off x="789321" y="2708022"/>
            <a:ext cx="75587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Formátování buněk nám umožňuje změnit vzhled dat, např. nastavit typ písma, barvu pozadí, nebo číslicový formát.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Tímto způsobem můžeme lépe přizpůsobit tabulku specifickým potřebám a zjednodušit analýzu.</a:t>
            </a:r>
            <a:endParaRPr lang="cs-CZ" sz="1800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885129D-1630-EA11-80B4-3876B4E69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225" y="1362487"/>
            <a:ext cx="3762900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0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>
          <a:extLst>
            <a:ext uri="{FF2B5EF4-FFF2-40B4-BE49-F238E27FC236}">
              <a16:creationId xmlns:a16="http://schemas.microsoft.com/office/drawing/2014/main" id="{FD624C12-4E02-2978-D3B0-A14E8AFD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6">
            <a:extLst>
              <a:ext uri="{FF2B5EF4-FFF2-40B4-BE49-F238E27FC236}">
                <a16:creationId xmlns:a16="http://schemas.microsoft.com/office/drawing/2014/main" id="{CC03C098-A8CF-B78E-28DD-691D160FB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1125" y="1511438"/>
            <a:ext cx="4109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latin typeface="Arial Narrow" panose="020B0606020202030204" pitchFamily="34" charset="0"/>
              </a:rPr>
              <a:t>VLASTNÍ FORMÁT</a:t>
            </a:r>
            <a:endParaRPr dirty="0">
              <a:latin typeface="Arial Narrow" panose="020B0606020202030204" pitchFamily="34" charset="0"/>
            </a:endParaRPr>
          </a:p>
        </p:txBody>
      </p:sp>
      <p:cxnSp>
        <p:nvCxnSpPr>
          <p:cNvPr id="559" name="Google Shape;559;p76">
            <a:extLst>
              <a:ext uri="{FF2B5EF4-FFF2-40B4-BE49-F238E27FC236}">
                <a16:creationId xmlns:a16="http://schemas.microsoft.com/office/drawing/2014/main" id="{BD6A8029-8DAE-1FA5-D585-ABEB94F2F205}"/>
              </a:ext>
            </a:extLst>
          </p:cNvPr>
          <p:cNvCxnSpPr/>
          <p:nvPr/>
        </p:nvCxnSpPr>
        <p:spPr>
          <a:xfrm>
            <a:off x="851125" y="2260832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CC7B36D-8AA0-BB96-6DED-3F918C3C8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636448"/>
            <a:ext cx="590126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cs-CZ" sz="2000" dirty="0"/>
              <a:t>Tabulkový kalkulátor nabízí možnost nastavit vlastní formát buněk, například pro zobrazení dat v konkrétním formátu (např. datum, měna, procenta), což umožňuje přizpůsobení pro specifické úkoly.</a:t>
            </a:r>
            <a:endParaRPr kumimoji="0" lang="cs-CZ" altLang="cs-CZ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27646FFB-D1B1-2FF0-819E-478E6484E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455" y="1430577"/>
            <a:ext cx="1324160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9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49">
          <a:extLst>
            <a:ext uri="{FF2B5EF4-FFF2-40B4-BE49-F238E27FC236}">
              <a16:creationId xmlns:a16="http://schemas.microsoft.com/office/drawing/2014/main" id="{0321CE44-23B4-13D2-1073-A7DA53C9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5">
            <a:extLst>
              <a:ext uri="{FF2B5EF4-FFF2-40B4-BE49-F238E27FC236}">
                <a16:creationId xmlns:a16="http://schemas.microsoft.com/office/drawing/2014/main" id="{4651C119-EB6E-044B-37FA-435496071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69943" y="2269746"/>
            <a:ext cx="6354855" cy="14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Vzorce jsou základem pro provádění výpočtů v tabulkových kalkulátorech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Pomocí vzorců můžeme provádět součty, průměry, podmíněné výpočty a mnoho dalších operací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Vzorce se mohou kopírovat a rozšiřovat na více buněk, což usnadňuje práci s většími množstvími dat</a:t>
            </a:r>
            <a:endParaRPr dirty="0"/>
          </a:p>
        </p:txBody>
      </p:sp>
      <p:sp>
        <p:nvSpPr>
          <p:cNvPr id="551" name="Google Shape;551;p75">
            <a:extLst>
              <a:ext uri="{FF2B5EF4-FFF2-40B4-BE49-F238E27FC236}">
                <a16:creationId xmlns:a16="http://schemas.microsoft.com/office/drawing/2014/main" id="{1D5AF3BF-B837-7DC5-96B3-567E16FAC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950" y="1510374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dirty="0">
                <a:latin typeface="Arial Narrow" panose="020B0606020202030204" pitchFamily="34" charset="0"/>
              </a:rPr>
              <a:t>VZORCE A JEJICH ROZŠIŘOVÁNÍ</a:t>
            </a:r>
            <a:endParaRPr lang="cs-CZ" sz="4800" b="1" dirty="0">
              <a:latin typeface="Arial Narrow" panose="020B0606020202030204" pitchFamily="34" charset="0"/>
            </a:endParaRPr>
          </a:p>
        </p:txBody>
      </p:sp>
      <p:cxnSp>
        <p:nvCxnSpPr>
          <p:cNvPr id="552" name="Google Shape;552;p75">
            <a:extLst>
              <a:ext uri="{FF2B5EF4-FFF2-40B4-BE49-F238E27FC236}">
                <a16:creationId xmlns:a16="http://schemas.microsoft.com/office/drawing/2014/main" id="{5044EF3A-FA85-D357-DFC3-8997FA1FF174}"/>
              </a:ext>
            </a:extLst>
          </p:cNvPr>
          <p:cNvCxnSpPr/>
          <p:nvPr/>
        </p:nvCxnSpPr>
        <p:spPr>
          <a:xfrm>
            <a:off x="4248450" y="2255020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FA00AAB1-FDB1-DD85-84EA-2DABF7F2D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331" y="3649492"/>
            <a:ext cx="905001" cy="23815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ABAF0D63-BE17-A074-0A15-A1E547619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046" y="3655624"/>
            <a:ext cx="1848108" cy="293653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00F9067-4D84-649B-A765-76CD2F3C6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022" y="3655624"/>
            <a:ext cx="1829055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0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611">
          <a:extLst>
            <a:ext uri="{FF2B5EF4-FFF2-40B4-BE49-F238E27FC236}">
              <a16:creationId xmlns:a16="http://schemas.microsoft.com/office/drawing/2014/main" id="{F674B628-303D-830F-F9D1-A6BE8495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0">
            <a:extLst>
              <a:ext uri="{FF2B5EF4-FFF2-40B4-BE49-F238E27FC236}">
                <a16:creationId xmlns:a16="http://schemas.microsoft.com/office/drawing/2014/main" id="{9654F18D-2F6A-5D40-F07A-9A19887B381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90800" y="2470300"/>
            <a:ext cx="57624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adresování</a:t>
            </a:r>
            <a:endParaRPr dirty="0"/>
          </a:p>
        </p:txBody>
      </p:sp>
      <p:sp>
        <p:nvSpPr>
          <p:cNvPr id="613" name="Google Shape;613;p80">
            <a:extLst>
              <a:ext uri="{FF2B5EF4-FFF2-40B4-BE49-F238E27FC236}">
                <a16:creationId xmlns:a16="http://schemas.microsoft.com/office/drawing/2014/main" id="{8E0B2DC7-8CBB-F21F-D406-0DDDCE8B2C1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18725" y="3334299"/>
            <a:ext cx="4706400" cy="1451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Adresování buněk určuje, jak jsou buňky ve vzorcích identifikovány.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Může být absolutní (např. $A$1), což znamená, že při kopírování vzorce se adresa buňky nemění,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dirty="0"/>
              <a:t>Nebo relativní (např. A1), což umožňuje automatickou změnu adresy při kopírování vzorců.</a:t>
            </a:r>
            <a:endParaRPr dirty="0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614" name="Google Shape;614;p80">
            <a:extLst>
              <a:ext uri="{FF2B5EF4-FFF2-40B4-BE49-F238E27FC236}">
                <a16:creationId xmlns:a16="http://schemas.microsoft.com/office/drawing/2014/main" id="{D25331C5-749E-2F26-74B5-F920B2C894F2}"/>
              </a:ext>
            </a:extLst>
          </p:cNvPr>
          <p:cNvCxnSpPr/>
          <p:nvPr/>
        </p:nvCxnSpPr>
        <p:spPr>
          <a:xfrm>
            <a:off x="4248450" y="3246928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B730C5B1-28E3-F83C-ADDF-D7E3DA3D2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838" y="2222615"/>
            <a:ext cx="1419423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2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1AF69FB7-85D9-0157-AB8B-6ECCEEFD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3">
            <a:extLst>
              <a:ext uri="{FF2B5EF4-FFF2-40B4-BE49-F238E27FC236}">
                <a16:creationId xmlns:a16="http://schemas.microsoft.com/office/drawing/2014/main" id="{5F1E38EF-ADDB-526A-7695-38C5D9E4D2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3225" y="1672475"/>
            <a:ext cx="3026400" cy="5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OBLAST TISKU</a:t>
            </a:r>
            <a:endParaRPr dirty="0"/>
          </a:p>
        </p:txBody>
      </p:sp>
      <p:sp>
        <p:nvSpPr>
          <p:cNvPr id="640" name="Google Shape;640;p83">
            <a:extLst>
              <a:ext uri="{FF2B5EF4-FFF2-40B4-BE49-F238E27FC236}">
                <a16:creationId xmlns:a16="http://schemas.microsoft.com/office/drawing/2014/main" id="{F899C8FF-12D4-745F-8A52-8C6B333722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4" y="2472004"/>
            <a:ext cx="4963675" cy="9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/>
              <a:t>Oblast tisku slouží k určení části tabulky, která bude vytištěna.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/>
              <a:t>Pomocí této funkce můžeme selektivně tisknout pouze vybrané oblasti listu, což šetří čas a tiskový materiál.</a:t>
            </a:r>
            <a:endParaRPr dirty="0"/>
          </a:p>
        </p:txBody>
      </p:sp>
      <p:cxnSp>
        <p:nvCxnSpPr>
          <p:cNvPr id="641" name="Google Shape;641;p83">
            <a:extLst>
              <a:ext uri="{FF2B5EF4-FFF2-40B4-BE49-F238E27FC236}">
                <a16:creationId xmlns:a16="http://schemas.microsoft.com/office/drawing/2014/main" id="{92658FB1-F178-8BFD-79C8-399D589EDCB9}"/>
              </a:ext>
            </a:extLst>
          </p:cNvPr>
          <p:cNvCxnSpPr/>
          <p:nvPr/>
        </p:nvCxnSpPr>
        <p:spPr>
          <a:xfrm>
            <a:off x="799833" y="238156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Obrázek 2">
            <a:extLst>
              <a:ext uri="{FF2B5EF4-FFF2-40B4-BE49-F238E27FC236}">
                <a16:creationId xmlns:a16="http://schemas.microsoft.com/office/drawing/2014/main" id="{1665CEF1-6F52-C5E3-A4E8-F9E2FFFBB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321" y="-99746"/>
            <a:ext cx="3104700" cy="5143500"/>
          </a:xfrm>
          <a:prstGeom prst="rect">
            <a:avLst/>
          </a:prstGeom>
        </p:spPr>
      </p:pic>
      <p:cxnSp>
        <p:nvCxnSpPr>
          <p:cNvPr id="5" name="Přímá spojnice 4">
            <a:extLst>
              <a:ext uri="{FF2B5EF4-FFF2-40B4-BE49-F238E27FC236}">
                <a16:creationId xmlns:a16="http://schemas.microsoft.com/office/drawing/2014/main" id="{059CBE67-B924-0DE4-1252-699B9C3F2077}"/>
              </a:ext>
            </a:extLst>
          </p:cNvPr>
          <p:cNvCxnSpPr/>
          <p:nvPr/>
        </p:nvCxnSpPr>
        <p:spPr>
          <a:xfrm>
            <a:off x="7113776" y="3238766"/>
            <a:ext cx="26376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30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45">
          <a:extLst>
            <a:ext uri="{FF2B5EF4-FFF2-40B4-BE49-F238E27FC236}">
              <a16:creationId xmlns:a16="http://schemas.microsoft.com/office/drawing/2014/main" id="{38AE6A65-8895-321F-AF42-7DA76427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4">
            <a:extLst>
              <a:ext uri="{FF2B5EF4-FFF2-40B4-BE49-F238E27FC236}">
                <a16:creationId xmlns:a16="http://schemas.microsoft.com/office/drawing/2014/main" id="{B571E63F-3E48-887E-81F0-0C20700A7B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90800" y="1232050"/>
            <a:ext cx="5762400" cy="5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NASTAVENÍ STRÁNKY</a:t>
            </a:r>
            <a:endParaRPr dirty="0"/>
          </a:p>
        </p:txBody>
      </p:sp>
      <p:sp>
        <p:nvSpPr>
          <p:cNvPr id="647" name="Google Shape;647;p84">
            <a:extLst>
              <a:ext uri="{FF2B5EF4-FFF2-40B4-BE49-F238E27FC236}">
                <a16:creationId xmlns:a16="http://schemas.microsoft.com/office/drawing/2014/main" id="{966785B8-4115-1CF0-AFDD-80A7DE1BFF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09550" y="1881370"/>
            <a:ext cx="3964300" cy="9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Nastavení stránky zahrnuje možnosti jako orientaci papíru (na šířku nebo na výšku), velikost okrajů, nebo měřítko, které umožňuje přizpůsobit tabulku pro tisk na konkrétní formát papíru.</a:t>
            </a:r>
            <a:endParaRPr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648" name="Google Shape;648;p84">
            <a:extLst>
              <a:ext uri="{FF2B5EF4-FFF2-40B4-BE49-F238E27FC236}">
                <a16:creationId xmlns:a16="http://schemas.microsoft.com/office/drawing/2014/main" id="{F65377DB-A200-FF19-E83C-7A4D82737314}"/>
              </a:ext>
            </a:extLst>
          </p:cNvPr>
          <p:cNvCxnSpPr/>
          <p:nvPr/>
        </p:nvCxnSpPr>
        <p:spPr>
          <a:xfrm>
            <a:off x="4248450" y="186143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8488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49">
          <a:extLst>
            <a:ext uri="{FF2B5EF4-FFF2-40B4-BE49-F238E27FC236}">
              <a16:creationId xmlns:a16="http://schemas.microsoft.com/office/drawing/2014/main" id="{6CA98F1A-E6F0-2B0B-F5B9-DCA60F40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5">
            <a:extLst>
              <a:ext uri="{FF2B5EF4-FFF2-40B4-BE49-F238E27FC236}">
                <a16:creationId xmlns:a16="http://schemas.microsoft.com/office/drawing/2014/main" id="{7907AE87-63FB-8859-54D3-D6D5692A5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69943" y="2269746"/>
            <a:ext cx="6354855" cy="14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1600" dirty="0"/>
              <a:t>Grafy jsou vizuálním nástrojem pro znázornění dat a jejich vztahů.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cs-CZ" sz="1600" dirty="0"/>
              <a:t>Tabulkové kalkulátory umožňují vytváření různých typů grafů, jako jsou sloupcové, čárové nebo koláčové grafy, které pomáhají lépe pochopit a prezentovat výsledky analýz.</a:t>
            </a:r>
            <a:endParaRPr sz="1600" dirty="0"/>
          </a:p>
        </p:txBody>
      </p:sp>
      <p:sp>
        <p:nvSpPr>
          <p:cNvPr id="551" name="Google Shape;551;p75">
            <a:extLst>
              <a:ext uri="{FF2B5EF4-FFF2-40B4-BE49-F238E27FC236}">
                <a16:creationId xmlns:a16="http://schemas.microsoft.com/office/drawing/2014/main" id="{4298F1E2-F290-9607-8903-2D79AB9C2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950" y="1510374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dirty="0">
                <a:latin typeface="Arial Narrow" panose="020B0606020202030204" pitchFamily="34" charset="0"/>
              </a:rPr>
              <a:t>GRAFY</a:t>
            </a:r>
            <a:endParaRPr lang="cs-CZ" sz="4800" b="1" dirty="0">
              <a:latin typeface="Arial Narrow" panose="020B0606020202030204" pitchFamily="34" charset="0"/>
            </a:endParaRPr>
          </a:p>
        </p:txBody>
      </p:sp>
      <p:cxnSp>
        <p:nvCxnSpPr>
          <p:cNvPr id="552" name="Google Shape;552;p75">
            <a:extLst>
              <a:ext uri="{FF2B5EF4-FFF2-40B4-BE49-F238E27FC236}">
                <a16:creationId xmlns:a16="http://schemas.microsoft.com/office/drawing/2014/main" id="{7A4C862E-1F1C-2F65-8773-433296FE80CA}"/>
              </a:ext>
            </a:extLst>
          </p:cNvPr>
          <p:cNvCxnSpPr/>
          <p:nvPr/>
        </p:nvCxnSpPr>
        <p:spPr>
          <a:xfrm>
            <a:off x="4248450" y="2255020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Obrázek 6">
            <a:extLst>
              <a:ext uri="{FF2B5EF4-FFF2-40B4-BE49-F238E27FC236}">
                <a16:creationId xmlns:a16="http://schemas.microsoft.com/office/drawing/2014/main" id="{B9A2FA07-9DA1-575E-F1F9-27E8443C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489" y="354427"/>
            <a:ext cx="5951761" cy="443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7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515918-B486-50BC-AAB1-BA0EDCA0D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0725" y="206372"/>
            <a:ext cx="5762400" cy="699900"/>
          </a:xfrm>
        </p:spPr>
        <p:txBody>
          <a:bodyPr/>
          <a:lstStyle/>
          <a:p>
            <a:r>
              <a:rPr lang="cs-CZ" dirty="0">
                <a:solidFill>
                  <a:schemeClr val="accent3">
                    <a:lumMod val="50000"/>
                  </a:schemeClr>
                </a:solidFill>
                <a:highlight>
                  <a:srgbClr val="C0C0C0"/>
                </a:highlight>
              </a:rPr>
              <a:t>Díky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B052F5-869D-B9D7-22DD-F44FE54DFC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 descr="Obsah obrázku osoba, Autodíly, text, auto&#10;&#10;Popis byl vytvořen automaticky">
            <a:extLst>
              <a:ext uri="{FF2B5EF4-FFF2-40B4-BE49-F238E27FC236}">
                <a16:creationId xmlns:a16="http://schemas.microsoft.com/office/drawing/2014/main" id="{1A98BFED-E4C8-8B73-1CEC-75A0B40DC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06272"/>
            <a:ext cx="6096000" cy="379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1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>
          <a:extLst>
            <a:ext uri="{FF2B5EF4-FFF2-40B4-BE49-F238E27FC236}">
              <a16:creationId xmlns:a16="http://schemas.microsoft.com/office/drawing/2014/main" id="{C222E5C3-539B-4530-B26B-C940418B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1">
            <a:extLst>
              <a:ext uri="{FF2B5EF4-FFF2-40B4-BE49-F238E27FC236}">
                <a16:creationId xmlns:a16="http://schemas.microsoft.com/office/drawing/2014/main" id="{4C597454-E868-29D4-6D25-80A2A96DBB8C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815488" y="3888750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3" name="Google Shape;503;p71">
            <a:extLst>
              <a:ext uri="{FF2B5EF4-FFF2-40B4-BE49-F238E27FC236}">
                <a16:creationId xmlns:a16="http://schemas.microsoft.com/office/drawing/2014/main" id="{743D43BE-736C-DD43-6785-A6002D35A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488" y="2995725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4" name="Google Shape;504;p71">
            <a:extLst>
              <a:ext uri="{FF2B5EF4-FFF2-40B4-BE49-F238E27FC236}">
                <a16:creationId xmlns:a16="http://schemas.microsoft.com/office/drawing/2014/main" id="{46D2D3B4-BACD-4C51-BEDE-2D72B436E72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33438" y="2931800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Problem vs. Solution</a:t>
            </a:r>
            <a:endParaRPr/>
          </a:p>
        </p:txBody>
      </p:sp>
      <p:sp>
        <p:nvSpPr>
          <p:cNvPr id="505" name="Google Shape;505;p71">
            <a:extLst>
              <a:ext uri="{FF2B5EF4-FFF2-40B4-BE49-F238E27FC236}">
                <a16:creationId xmlns:a16="http://schemas.microsoft.com/office/drawing/2014/main" id="{40C65169-54EC-26ED-141F-A0C7B6EEE81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4543875" y="2995725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6" name="Google Shape;506;p71">
            <a:extLst>
              <a:ext uri="{FF2B5EF4-FFF2-40B4-BE49-F238E27FC236}">
                <a16:creationId xmlns:a16="http://schemas.microsoft.com/office/drawing/2014/main" id="{F36F0D41-4EDD-20AA-F61D-01DEF2DCAD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33438" y="3207354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of the section</a:t>
            </a:r>
            <a:endParaRPr/>
          </a:p>
        </p:txBody>
      </p:sp>
      <p:sp>
        <p:nvSpPr>
          <p:cNvPr id="507" name="Google Shape;507;p71">
            <a:extLst>
              <a:ext uri="{FF2B5EF4-FFF2-40B4-BE49-F238E27FC236}">
                <a16:creationId xmlns:a16="http://schemas.microsoft.com/office/drawing/2014/main" id="{08C5B932-64F7-1860-B54F-DFA964BA3AB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633438" y="4100375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of the section</a:t>
            </a:r>
            <a:endParaRPr/>
          </a:p>
        </p:txBody>
      </p:sp>
      <p:sp>
        <p:nvSpPr>
          <p:cNvPr id="508" name="Google Shape;508;p71">
            <a:extLst>
              <a:ext uri="{FF2B5EF4-FFF2-40B4-BE49-F238E27FC236}">
                <a16:creationId xmlns:a16="http://schemas.microsoft.com/office/drawing/2014/main" id="{B06A2244-AA81-96D6-3B0C-2C2D4559C2A8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09" name="Google Shape;509;p71">
            <a:extLst>
              <a:ext uri="{FF2B5EF4-FFF2-40B4-BE49-F238E27FC236}">
                <a16:creationId xmlns:a16="http://schemas.microsoft.com/office/drawing/2014/main" id="{A66830F4-4A35-18DE-3DCD-6EEFA7257D07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633438" y="3824821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Product</a:t>
            </a:r>
            <a:endParaRPr/>
          </a:p>
        </p:txBody>
      </p:sp>
      <p:sp>
        <p:nvSpPr>
          <p:cNvPr id="510" name="Google Shape;510;p71">
            <a:extLst>
              <a:ext uri="{FF2B5EF4-FFF2-40B4-BE49-F238E27FC236}">
                <a16:creationId xmlns:a16="http://schemas.microsoft.com/office/drawing/2014/main" id="{BB3B1F9D-C750-5A02-6196-48EFE2E1D10A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395160" y="2931800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Market &amp; Competition</a:t>
            </a:r>
            <a:endParaRPr/>
          </a:p>
        </p:txBody>
      </p:sp>
      <p:sp>
        <p:nvSpPr>
          <p:cNvPr id="511" name="Google Shape;511;p71">
            <a:extLst>
              <a:ext uri="{FF2B5EF4-FFF2-40B4-BE49-F238E27FC236}">
                <a16:creationId xmlns:a16="http://schemas.microsoft.com/office/drawing/2014/main" id="{5F2E6FF5-6DE8-C9CF-BA0D-5B2C6EC0045C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395160" y="3207354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of the section</a:t>
            </a:r>
            <a:endParaRPr/>
          </a:p>
        </p:txBody>
      </p:sp>
      <p:sp>
        <p:nvSpPr>
          <p:cNvPr id="512" name="Google Shape;512;p71">
            <a:extLst>
              <a:ext uri="{FF2B5EF4-FFF2-40B4-BE49-F238E27FC236}">
                <a16:creationId xmlns:a16="http://schemas.microsoft.com/office/drawing/2014/main" id="{9038A317-21B9-AFD6-BA33-C6CE6ADA64D7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543875" y="3888750"/>
            <a:ext cx="6084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3" name="Google Shape;513;p71">
            <a:extLst>
              <a:ext uri="{FF2B5EF4-FFF2-40B4-BE49-F238E27FC236}">
                <a16:creationId xmlns:a16="http://schemas.microsoft.com/office/drawing/2014/main" id="{E87DB192-A325-32CE-6F30-3AA468586F8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5395160" y="3824822"/>
            <a:ext cx="29334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Business Model</a:t>
            </a:r>
            <a:endParaRPr/>
          </a:p>
        </p:txBody>
      </p:sp>
      <p:sp>
        <p:nvSpPr>
          <p:cNvPr id="514" name="Google Shape;514;p71">
            <a:extLst>
              <a:ext uri="{FF2B5EF4-FFF2-40B4-BE49-F238E27FC236}">
                <a16:creationId xmlns:a16="http://schemas.microsoft.com/office/drawing/2014/main" id="{4062FC40-DBF8-63C6-7CF2-852A8002DC4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395160" y="4100376"/>
            <a:ext cx="2933400" cy="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of the section</a:t>
            </a:r>
            <a:endParaRPr/>
          </a:p>
        </p:txBody>
      </p:sp>
      <p:cxnSp>
        <p:nvCxnSpPr>
          <p:cNvPr id="515" name="Google Shape;515;p71">
            <a:extLst>
              <a:ext uri="{FF2B5EF4-FFF2-40B4-BE49-F238E27FC236}">
                <a16:creationId xmlns:a16="http://schemas.microsoft.com/office/drawing/2014/main" id="{38E492BB-A8C4-A2E8-6FF3-FF4CFCEE09DE}"/>
              </a:ext>
            </a:extLst>
          </p:cNvPr>
          <p:cNvCxnSpPr/>
          <p:nvPr/>
        </p:nvCxnSpPr>
        <p:spPr>
          <a:xfrm>
            <a:off x="4248450" y="127290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63866875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Grayscale Pitch Deck XL by Slidesgo">
  <a:themeElements>
    <a:clrScheme name="Simple Light">
      <a:dk1>
        <a:srgbClr val="383838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469</Words>
  <Application>Microsoft Office PowerPoint</Application>
  <PresentationFormat>Předvádění na obrazovce (16:9)</PresentationFormat>
  <Paragraphs>59</Paragraphs>
  <Slides>16</Slides>
  <Notes>15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3" baseType="lpstr">
      <vt:lpstr>Montserrat</vt:lpstr>
      <vt:lpstr>Arial</vt:lpstr>
      <vt:lpstr>Didact Gothic</vt:lpstr>
      <vt:lpstr>Arial Narrow</vt:lpstr>
      <vt:lpstr>Questrial</vt:lpstr>
      <vt:lpstr>Julius Sans One</vt:lpstr>
      <vt:lpstr>Minimalist Grayscale Pitch Deck XL by Slidesgo</vt:lpstr>
      <vt:lpstr>Tabulkový kalkulátor 1</vt:lpstr>
      <vt:lpstr>Tabulkový kalkulátor</vt:lpstr>
      <vt:lpstr>Používaný software</vt:lpstr>
      <vt:lpstr>Sešit a list</vt:lpstr>
      <vt:lpstr>VÝBĚR BUNĚK</vt:lpstr>
      <vt:lpstr>SLOUPEC A ŘÁDEK</vt:lpstr>
      <vt:lpstr>Prezentace aplikace PowerPoint</vt:lpstr>
      <vt:lpstr>FORMÁT BUŇKY</vt:lpstr>
      <vt:lpstr>VLASTNÍ FORMÁT</vt:lpstr>
      <vt:lpstr>VZORCE A JEJICH ROZŠIŘOVÁNÍ</vt:lpstr>
      <vt:lpstr>adresování</vt:lpstr>
      <vt:lpstr>OBLAST TISKU</vt:lpstr>
      <vt:lpstr>NASTAVENÍ STRÁNKY</vt:lpstr>
      <vt:lpstr>GRAFY</vt:lpstr>
      <vt:lpstr>Díky za pozornost</vt:lpstr>
      <vt:lpstr>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Petrovský David</cp:lastModifiedBy>
  <cp:revision>5</cp:revision>
  <dcterms:modified xsi:type="dcterms:W3CDTF">2025-01-07T07:15:01Z</dcterms:modified>
</cp:coreProperties>
</file>